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6" r:id="rId2"/>
    <p:sldId id="275" r:id="rId3"/>
    <p:sldId id="271" r:id="rId4"/>
    <p:sldId id="267" r:id="rId5"/>
    <p:sldId id="258" r:id="rId6"/>
    <p:sldId id="260" r:id="rId7"/>
    <p:sldId id="269" r:id="rId8"/>
    <p:sldId id="274" r:id="rId9"/>
    <p:sldId id="270" r:id="rId10"/>
    <p:sldId id="264" r:id="rId11"/>
    <p:sldId id="262" r:id="rId12"/>
    <p:sldId id="259" r:id="rId13"/>
    <p:sldId id="27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9711AA5-D7C1-50EA-346F-D55968809759}" name="Thanh Huynh" initials="TH" userId="980917a970b97f82"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79D3"/>
    <a:srgbClr val="F2F2F2"/>
    <a:srgbClr val="4472C4"/>
    <a:srgbClr val="274995"/>
    <a:srgbClr val="241C17"/>
    <a:srgbClr val="132449"/>
    <a:srgbClr val="1D3771"/>
    <a:srgbClr val="4D76D3"/>
    <a:srgbClr val="547CD4"/>
    <a:srgbClr val="3360C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1462E7-5A50-4792-B83F-3ECBC73EEA4E}" v="700" dt="2026-02-28T18:26:44.0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snapToObjects="1">
      <p:cViewPr>
        <p:scale>
          <a:sx n="70" d="100"/>
          <a:sy n="70" d="100"/>
        </p:scale>
        <p:origin x="418" y="499"/>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anh Huynh" userId="980917a970b97f82" providerId="LiveId" clId="{2F7C71E0-3046-4A82-B3E9-84E3BA6A2924}"/>
    <pc:docChg chg="undo redo custSel addSld delSld modSld sldOrd">
      <pc:chgData name="Thanh Huynh" userId="980917a970b97f82" providerId="LiveId" clId="{2F7C71E0-3046-4A82-B3E9-84E3BA6A2924}" dt="2026-02-28T18:29:54.839" v="6806" actId="207"/>
      <pc:docMkLst>
        <pc:docMk/>
      </pc:docMkLst>
      <pc:sldChg chg="addSp delSp modSp mod ord setBg modNotesTx">
        <pc:chgData name="Thanh Huynh" userId="980917a970b97f82" providerId="LiveId" clId="{2F7C71E0-3046-4A82-B3E9-84E3BA6A2924}" dt="2026-02-28T18:29:54.839" v="6806" actId="207"/>
        <pc:sldMkLst>
          <pc:docMk/>
          <pc:sldMk cId="3298431866" sldId="258"/>
        </pc:sldMkLst>
        <pc:spChg chg="mod">
          <ac:chgData name="Thanh Huynh" userId="980917a970b97f82" providerId="LiveId" clId="{2F7C71E0-3046-4A82-B3E9-84E3BA6A2924}" dt="2026-02-27T17:50:20.319" v="2045"/>
          <ac:spMkLst>
            <pc:docMk/>
            <pc:sldMk cId="3298431866" sldId="258"/>
            <ac:spMk id="2" creationId="{1518A51C-AC5C-224B-83E1-BE4285E72E3E}"/>
          </ac:spMkLst>
        </pc:spChg>
        <pc:spChg chg="add mod">
          <ac:chgData name="Thanh Huynh" userId="980917a970b97f82" providerId="LiveId" clId="{2F7C71E0-3046-4A82-B3E9-84E3BA6A2924}" dt="2026-02-28T18:29:54.839" v="6806" actId="207"/>
          <ac:spMkLst>
            <pc:docMk/>
            <pc:sldMk cId="3298431866" sldId="258"/>
            <ac:spMk id="7" creationId="{7A040D23-21D0-43AE-C16D-345C6CCC2491}"/>
          </ac:spMkLst>
        </pc:spChg>
        <pc:spChg chg="add mod">
          <ac:chgData name="Thanh Huynh" userId="980917a970b97f82" providerId="LiveId" clId="{2F7C71E0-3046-4A82-B3E9-84E3BA6A2924}" dt="2026-02-25T04:07:26.674" v="1577" actId="207"/>
          <ac:spMkLst>
            <pc:docMk/>
            <pc:sldMk cId="3298431866" sldId="258"/>
            <ac:spMk id="10" creationId="{25E7315F-1A8A-F570-141D-7D3B1759DDE4}"/>
          </ac:spMkLst>
        </pc:spChg>
        <pc:spChg chg="add mod">
          <ac:chgData name="Thanh Huynh" userId="980917a970b97f82" providerId="LiveId" clId="{2F7C71E0-3046-4A82-B3E9-84E3BA6A2924}" dt="2026-02-25T04:26:44.852" v="1622" actId="207"/>
          <ac:spMkLst>
            <pc:docMk/>
            <pc:sldMk cId="3298431866" sldId="258"/>
            <ac:spMk id="14" creationId="{B6796AE2-3834-51DF-FBF0-26FD5739E112}"/>
          </ac:spMkLst>
        </pc:spChg>
        <pc:spChg chg="add mod">
          <ac:chgData name="Thanh Huynh" userId="980917a970b97f82" providerId="LiveId" clId="{2F7C71E0-3046-4A82-B3E9-84E3BA6A2924}" dt="2026-02-25T04:27:07.987" v="1624" actId="20577"/>
          <ac:spMkLst>
            <pc:docMk/>
            <pc:sldMk cId="3298431866" sldId="258"/>
            <ac:spMk id="15" creationId="{53C9A32F-BA14-C155-4051-05B773B1038A}"/>
          </ac:spMkLst>
        </pc:spChg>
        <pc:spChg chg="add mod">
          <ac:chgData name="Thanh Huynh" userId="980917a970b97f82" providerId="LiveId" clId="{2F7C71E0-3046-4A82-B3E9-84E3BA6A2924}" dt="2026-02-25T04:30:52.261" v="1658" actId="207"/>
          <ac:spMkLst>
            <pc:docMk/>
            <pc:sldMk cId="3298431866" sldId="258"/>
            <ac:spMk id="16" creationId="{C3ECA55E-FFB2-FF79-20EB-6E691F0967C2}"/>
          </ac:spMkLst>
        </pc:spChg>
        <pc:spChg chg="add mod">
          <ac:chgData name="Thanh Huynh" userId="980917a970b97f82" providerId="LiveId" clId="{2F7C71E0-3046-4A82-B3E9-84E3BA6A2924}" dt="2026-02-25T04:29:40.512" v="1655"/>
          <ac:spMkLst>
            <pc:docMk/>
            <pc:sldMk cId="3298431866" sldId="258"/>
            <ac:spMk id="17" creationId="{0EA1999B-610E-1A5B-0866-8B3298770082}"/>
          </ac:spMkLst>
        </pc:spChg>
        <pc:picChg chg="add mod">
          <ac:chgData name="Thanh Huynh" userId="980917a970b97f82" providerId="LiveId" clId="{2F7C71E0-3046-4A82-B3E9-84E3BA6A2924}" dt="2026-02-25T03:51:19.415" v="1477" actId="1076"/>
          <ac:picMkLst>
            <pc:docMk/>
            <pc:sldMk cId="3298431866" sldId="258"/>
            <ac:picMk id="5" creationId="{36E12983-8797-666C-E45B-4FEFF1765C20}"/>
          </ac:picMkLst>
        </pc:picChg>
        <pc:cxnChg chg="add mod">
          <ac:chgData name="Thanh Huynh" userId="980917a970b97f82" providerId="LiveId" clId="{2F7C71E0-3046-4A82-B3E9-84E3BA6A2924}" dt="2026-02-25T04:05:50.118" v="1565" actId="14100"/>
          <ac:cxnSpMkLst>
            <pc:docMk/>
            <pc:sldMk cId="3298431866" sldId="258"/>
            <ac:cxnSpMk id="9" creationId="{A4AE5D4D-9278-C47A-849E-3510C8E74C74}"/>
          </ac:cxnSpMkLst>
        </pc:cxnChg>
        <pc:cxnChg chg="add mod">
          <ac:chgData name="Thanh Huynh" userId="980917a970b97f82" providerId="LiveId" clId="{2F7C71E0-3046-4A82-B3E9-84E3BA6A2924}" dt="2026-02-25T04:06:43.245" v="1575" actId="14100"/>
          <ac:cxnSpMkLst>
            <pc:docMk/>
            <pc:sldMk cId="3298431866" sldId="258"/>
            <ac:cxnSpMk id="12" creationId="{94D9E741-8178-5494-5405-74B4E8FEE983}"/>
          </ac:cxnSpMkLst>
        </pc:cxnChg>
        <pc:cxnChg chg="add">
          <ac:chgData name="Thanh Huynh" userId="980917a970b97f82" providerId="LiveId" clId="{2F7C71E0-3046-4A82-B3E9-84E3BA6A2924}" dt="2026-02-25T04:30:24.995" v="1657" actId="11529"/>
          <ac:cxnSpMkLst>
            <pc:docMk/>
            <pc:sldMk cId="3298431866" sldId="258"/>
            <ac:cxnSpMk id="19" creationId="{A660299C-E4E1-95BD-08B9-D11DCC9517E5}"/>
          </ac:cxnSpMkLst>
        </pc:cxnChg>
      </pc:sldChg>
      <pc:sldChg chg="addSp delSp modSp mod modNotesTx">
        <pc:chgData name="Thanh Huynh" userId="980917a970b97f82" providerId="LiveId" clId="{2F7C71E0-3046-4A82-B3E9-84E3BA6A2924}" dt="2026-02-28T15:18:45.473" v="5760" actId="114"/>
        <pc:sldMkLst>
          <pc:docMk/>
          <pc:sldMk cId="1054884919" sldId="259"/>
        </pc:sldMkLst>
        <pc:spChg chg="add del mod">
          <ac:chgData name="Thanh Huynh" userId="980917a970b97f82" providerId="LiveId" clId="{2F7C71E0-3046-4A82-B3E9-84E3BA6A2924}" dt="2026-02-28T15:18:45.473" v="5760" actId="114"/>
          <ac:spMkLst>
            <pc:docMk/>
            <pc:sldMk cId="1054884919" sldId="259"/>
            <ac:spMk id="2" creationId="{BE0E1A8E-333C-9A4B-B5B1-E33654238E02}"/>
          </ac:spMkLst>
        </pc:spChg>
        <pc:spChg chg="add mod">
          <ac:chgData name="Thanh Huynh" userId="980917a970b97f82" providerId="LiveId" clId="{2F7C71E0-3046-4A82-B3E9-84E3BA6A2924}" dt="2026-02-25T04:40:07.423" v="1687" actId="121"/>
          <ac:spMkLst>
            <pc:docMk/>
            <pc:sldMk cId="1054884919" sldId="259"/>
            <ac:spMk id="6" creationId="{CA8EE241-92A0-AB7C-3B12-F97AF38E2D37}"/>
          </ac:spMkLst>
        </pc:spChg>
        <pc:spChg chg="add mod">
          <ac:chgData name="Thanh Huynh" userId="980917a970b97f82" providerId="LiveId" clId="{2F7C71E0-3046-4A82-B3E9-84E3BA6A2924}" dt="2026-02-25T04:40:07.423" v="1687" actId="121"/>
          <ac:spMkLst>
            <pc:docMk/>
            <pc:sldMk cId="1054884919" sldId="259"/>
            <ac:spMk id="9" creationId="{C8568735-3FC7-A6FF-1982-0EB8E73794AC}"/>
          </ac:spMkLst>
        </pc:spChg>
        <pc:spChg chg="add mod">
          <ac:chgData name="Thanh Huynh" userId="980917a970b97f82" providerId="LiveId" clId="{2F7C71E0-3046-4A82-B3E9-84E3BA6A2924}" dt="2026-02-25T04:40:07.423" v="1687" actId="121"/>
          <ac:spMkLst>
            <pc:docMk/>
            <pc:sldMk cId="1054884919" sldId="259"/>
            <ac:spMk id="10" creationId="{0935D0EA-E6E8-72DF-2CC0-8AA6CE8F5B4F}"/>
          </ac:spMkLst>
        </pc:spChg>
        <pc:spChg chg="add mod">
          <ac:chgData name="Thanh Huynh" userId="980917a970b97f82" providerId="LiveId" clId="{2F7C71E0-3046-4A82-B3E9-84E3BA6A2924}" dt="2026-02-25T04:40:07.423" v="1687" actId="121"/>
          <ac:spMkLst>
            <pc:docMk/>
            <pc:sldMk cId="1054884919" sldId="259"/>
            <ac:spMk id="11" creationId="{A2C01AD8-B3E5-E80B-021C-290D4F0A090D}"/>
          </ac:spMkLst>
        </pc:spChg>
        <pc:spChg chg="add mod">
          <ac:chgData name="Thanh Huynh" userId="980917a970b97f82" providerId="LiveId" clId="{2F7C71E0-3046-4A82-B3E9-84E3BA6A2924}" dt="2026-02-24T23:28:48.797" v="1046"/>
          <ac:spMkLst>
            <pc:docMk/>
            <pc:sldMk cId="1054884919" sldId="259"/>
            <ac:spMk id="13" creationId="{D22DE9B2-808A-BF8B-4C1A-7CB5B5E9F314}"/>
          </ac:spMkLst>
        </pc:spChg>
        <pc:spChg chg="add mod">
          <ac:chgData name="Thanh Huynh" userId="980917a970b97f82" providerId="LiveId" clId="{2F7C71E0-3046-4A82-B3E9-84E3BA6A2924}" dt="2026-02-27T17:49:10.179" v="2041" actId="2711"/>
          <ac:spMkLst>
            <pc:docMk/>
            <pc:sldMk cId="1054884919" sldId="259"/>
            <ac:spMk id="14" creationId="{AD1D5332-F3E9-4B79-E97D-C06B7A666FA8}"/>
          </ac:spMkLst>
        </pc:spChg>
        <pc:spChg chg="add mod">
          <ac:chgData name="Thanh Huynh" userId="980917a970b97f82" providerId="LiveId" clId="{2F7C71E0-3046-4A82-B3E9-84E3BA6A2924}" dt="2026-02-27T17:49:27.967" v="2042" actId="2711"/>
          <ac:spMkLst>
            <pc:docMk/>
            <pc:sldMk cId="1054884919" sldId="259"/>
            <ac:spMk id="15" creationId="{49EC7646-7D09-7A23-F41A-54857EF55399}"/>
          </ac:spMkLst>
        </pc:spChg>
        <pc:spChg chg="add mod">
          <ac:chgData name="Thanh Huynh" userId="980917a970b97f82" providerId="LiveId" clId="{2F7C71E0-3046-4A82-B3E9-84E3BA6A2924}" dt="2026-02-27T17:49:45.826" v="2043" actId="2711"/>
          <ac:spMkLst>
            <pc:docMk/>
            <pc:sldMk cId="1054884919" sldId="259"/>
            <ac:spMk id="16" creationId="{1C399F51-782B-015B-2747-57D44094CD53}"/>
          </ac:spMkLst>
        </pc:spChg>
        <pc:spChg chg="add mod">
          <ac:chgData name="Thanh Huynh" userId="980917a970b97f82" providerId="LiveId" clId="{2F7C71E0-3046-4A82-B3E9-84E3BA6A2924}" dt="2026-02-27T17:49:56.151" v="2044" actId="2711"/>
          <ac:spMkLst>
            <pc:docMk/>
            <pc:sldMk cId="1054884919" sldId="259"/>
            <ac:spMk id="17" creationId="{7B1044EE-B844-3B84-21CF-FF8118DD5768}"/>
          </ac:spMkLst>
        </pc:spChg>
        <pc:spChg chg="add mod">
          <ac:chgData name="Thanh Huynh" userId="980917a970b97f82" providerId="LiveId" clId="{2F7C71E0-3046-4A82-B3E9-84E3BA6A2924}" dt="2026-02-25T04:40:07.423" v="1687" actId="121"/>
          <ac:spMkLst>
            <pc:docMk/>
            <pc:sldMk cId="1054884919" sldId="259"/>
            <ac:spMk id="22" creationId="{70FC2C59-0151-C2EB-F392-77AF89324F0A}"/>
          </ac:spMkLst>
        </pc:spChg>
        <pc:grpChg chg="add mod">
          <ac:chgData name="Thanh Huynh" userId="980917a970b97f82" providerId="LiveId" clId="{2F7C71E0-3046-4A82-B3E9-84E3BA6A2924}" dt="2026-02-24T23:45:01.906" v="1271" actId="164"/>
          <ac:grpSpMkLst>
            <pc:docMk/>
            <pc:sldMk cId="1054884919" sldId="259"/>
            <ac:grpSpMk id="23" creationId="{B9886B27-8537-CF83-F50F-B101FE14F6A3}"/>
          </ac:grpSpMkLst>
        </pc:grpChg>
        <pc:grpChg chg="add mod">
          <ac:chgData name="Thanh Huynh" userId="980917a970b97f82" providerId="LiveId" clId="{2F7C71E0-3046-4A82-B3E9-84E3BA6A2924}" dt="2026-02-24T23:46:07.887" v="1298" actId="164"/>
          <ac:grpSpMkLst>
            <pc:docMk/>
            <pc:sldMk cId="1054884919" sldId="259"/>
            <ac:grpSpMk id="28" creationId="{BCCFDA40-A533-FB41-9F66-324F620056A9}"/>
          </ac:grpSpMkLst>
        </pc:grpChg>
        <pc:grpChg chg="add mod">
          <ac:chgData name="Thanh Huynh" userId="980917a970b97f82" providerId="LiveId" clId="{2F7C71E0-3046-4A82-B3E9-84E3BA6A2924}" dt="2026-02-25T03:44:07.697" v="1448" actId="1076"/>
          <ac:grpSpMkLst>
            <pc:docMk/>
            <pc:sldMk cId="1054884919" sldId="259"/>
            <ac:grpSpMk id="53" creationId="{238DC40F-FFAA-48A1-5D5F-832FC7B6DBAB}"/>
          </ac:grpSpMkLst>
        </pc:grpChg>
        <pc:grpChg chg="mod">
          <ac:chgData name="Thanh Huynh" userId="980917a970b97f82" providerId="LiveId" clId="{2F7C71E0-3046-4A82-B3E9-84E3BA6A2924}" dt="2026-02-25T04:40:17.079" v="1688" actId="12788"/>
          <ac:grpSpMkLst>
            <pc:docMk/>
            <pc:sldMk cId="1054884919" sldId="259"/>
            <ac:grpSpMk id="54" creationId="{B18CAB0A-97E3-D9D2-30B1-09F74E1E3D77}"/>
          </ac:grpSpMkLst>
        </pc:grpChg>
        <pc:picChg chg="add mod">
          <ac:chgData name="Thanh Huynh" userId="980917a970b97f82" providerId="LiveId" clId="{2F7C71E0-3046-4A82-B3E9-84E3BA6A2924}" dt="2026-02-24T23:45:01.906" v="1271" actId="164"/>
          <ac:picMkLst>
            <pc:docMk/>
            <pc:sldMk cId="1054884919" sldId="259"/>
            <ac:picMk id="19" creationId="{2AC25812-A4AF-8620-9852-54B1CDA0FE84}"/>
          </ac:picMkLst>
        </pc:picChg>
        <pc:picChg chg="add mod">
          <ac:chgData name="Thanh Huynh" userId="980917a970b97f82" providerId="LiveId" clId="{2F7C71E0-3046-4A82-B3E9-84E3BA6A2924}" dt="2026-02-24T23:45:01.906" v="1271" actId="164"/>
          <ac:picMkLst>
            <pc:docMk/>
            <pc:sldMk cId="1054884919" sldId="259"/>
            <ac:picMk id="21" creationId="{6877FC36-D8F3-D66A-6147-5E50B7DAEB34}"/>
          </ac:picMkLst>
        </pc:picChg>
        <pc:picChg chg="add mod ord">
          <ac:chgData name="Thanh Huynh" userId="980917a970b97f82" providerId="LiveId" clId="{2F7C71E0-3046-4A82-B3E9-84E3BA6A2924}" dt="2026-02-24T23:50:59.404" v="1341" actId="167"/>
          <ac:picMkLst>
            <pc:docMk/>
            <pc:sldMk cId="1054884919" sldId="259"/>
            <ac:picMk id="30" creationId="{2E3072D2-87A9-7B43-2C63-34B56207A0F4}"/>
          </ac:picMkLst>
        </pc:picChg>
        <pc:picChg chg="add mod ord modCrop">
          <ac:chgData name="Thanh Huynh" userId="980917a970b97f82" providerId="LiveId" clId="{2F7C71E0-3046-4A82-B3E9-84E3BA6A2924}" dt="2026-02-25T03:11:01.167" v="1351" actId="167"/>
          <ac:picMkLst>
            <pc:docMk/>
            <pc:sldMk cId="1054884919" sldId="259"/>
            <ac:picMk id="32" creationId="{5898F6F4-D1BF-D56D-B60D-FD1AFFF5B73D}"/>
          </ac:picMkLst>
        </pc:picChg>
        <pc:picChg chg="add mod ord modCrop">
          <ac:chgData name="Thanh Huynh" userId="980917a970b97f82" providerId="LiveId" clId="{2F7C71E0-3046-4A82-B3E9-84E3BA6A2924}" dt="2026-02-25T04:39:58.115" v="1684" actId="164"/>
          <ac:picMkLst>
            <pc:docMk/>
            <pc:sldMk cId="1054884919" sldId="259"/>
            <ac:picMk id="34" creationId="{8B73CF35-C9DA-1784-FFB2-62C26CAA786F}"/>
          </ac:picMkLst>
        </pc:picChg>
        <pc:picChg chg="add mod ord">
          <ac:chgData name="Thanh Huynh" userId="980917a970b97f82" providerId="LiveId" clId="{2F7C71E0-3046-4A82-B3E9-84E3BA6A2924}" dt="2026-02-25T04:39:58.115" v="1684" actId="164"/>
          <ac:picMkLst>
            <pc:docMk/>
            <pc:sldMk cId="1054884919" sldId="259"/>
            <ac:picMk id="40" creationId="{4EF815EE-7E34-0E77-40CC-4F2E079A4BE6}"/>
          </ac:picMkLst>
        </pc:picChg>
        <pc:picChg chg="add mod">
          <ac:chgData name="Thanh Huynh" userId="980917a970b97f82" providerId="LiveId" clId="{2F7C71E0-3046-4A82-B3E9-84E3BA6A2924}" dt="2026-02-25T04:39:58.115" v="1684" actId="164"/>
          <ac:picMkLst>
            <pc:docMk/>
            <pc:sldMk cId="1054884919" sldId="259"/>
            <ac:picMk id="42" creationId="{B237DBB0-A8B4-79A6-376A-2CFA83CFE81B}"/>
          </ac:picMkLst>
        </pc:picChg>
        <pc:picChg chg="add mod">
          <ac:chgData name="Thanh Huynh" userId="980917a970b97f82" providerId="LiveId" clId="{2F7C71E0-3046-4A82-B3E9-84E3BA6A2924}" dt="2026-02-25T04:39:58.115" v="1684" actId="164"/>
          <ac:picMkLst>
            <pc:docMk/>
            <pc:sldMk cId="1054884919" sldId="259"/>
            <ac:picMk id="44" creationId="{E4132CB0-4334-4EBA-81B1-190049724E46}"/>
          </ac:picMkLst>
        </pc:picChg>
        <pc:picChg chg="add del mod">
          <ac:chgData name="Thanh Huynh" userId="980917a970b97f82" providerId="LiveId" clId="{2F7C71E0-3046-4A82-B3E9-84E3BA6A2924}" dt="2026-02-25T03:44:02.278" v="1447" actId="164"/>
          <ac:picMkLst>
            <pc:docMk/>
            <pc:sldMk cId="1054884919" sldId="259"/>
            <ac:picMk id="48" creationId="{612EE016-8769-8677-1AF8-FAA3E92F32CC}"/>
          </ac:picMkLst>
        </pc:picChg>
        <pc:picChg chg="add mod">
          <ac:chgData name="Thanh Huynh" userId="980917a970b97f82" providerId="LiveId" clId="{2F7C71E0-3046-4A82-B3E9-84E3BA6A2924}" dt="2026-02-25T03:44:02.278" v="1447" actId="164"/>
          <ac:picMkLst>
            <pc:docMk/>
            <pc:sldMk cId="1054884919" sldId="259"/>
            <ac:picMk id="52" creationId="{76FD2CED-D29E-1B3C-FDA3-9DC6B68B5D33}"/>
          </ac:picMkLst>
        </pc:picChg>
        <pc:cxnChg chg="add mod">
          <ac:chgData name="Thanh Huynh" userId="980917a970b97f82" providerId="LiveId" clId="{2F7C71E0-3046-4A82-B3E9-84E3BA6A2924}" dt="2026-02-24T23:28:31.384" v="1045"/>
          <ac:cxnSpMkLst>
            <pc:docMk/>
            <pc:sldMk cId="1054884919" sldId="259"/>
            <ac:cxnSpMk id="12" creationId="{CF779A16-0BDE-92E9-7194-1F2039097435}"/>
          </ac:cxnSpMkLst>
        </pc:cxnChg>
      </pc:sldChg>
      <pc:sldChg chg="addSp delSp modSp mod ord">
        <pc:chgData name="Thanh Huynh" userId="980917a970b97f82" providerId="LiveId" clId="{2F7C71E0-3046-4A82-B3E9-84E3BA6A2924}" dt="2026-02-28T07:30:13.188" v="5476"/>
        <pc:sldMkLst>
          <pc:docMk/>
          <pc:sldMk cId="2249389748" sldId="260"/>
        </pc:sldMkLst>
        <pc:spChg chg="mod ord">
          <ac:chgData name="Thanh Huynh" userId="980917a970b97f82" providerId="LiveId" clId="{2F7C71E0-3046-4A82-B3E9-84E3BA6A2924}" dt="2026-02-27T17:31:19.096" v="2017" actId="14100"/>
          <ac:spMkLst>
            <pc:docMk/>
            <pc:sldMk cId="2249389748" sldId="260"/>
            <ac:spMk id="2" creationId="{FCCC1219-0C6D-034C-B5AE-66B28FE2AF5A}"/>
          </ac:spMkLst>
        </pc:spChg>
        <pc:spChg chg="add mod">
          <ac:chgData name="Thanh Huynh" userId="980917a970b97f82" providerId="LiveId" clId="{2F7C71E0-3046-4A82-B3E9-84E3BA6A2924}" dt="2026-02-27T17:31:11.877" v="2016" actId="14100"/>
          <ac:spMkLst>
            <pc:docMk/>
            <pc:sldMk cId="2249389748" sldId="260"/>
            <ac:spMk id="3" creationId="{EFFBFCA8-8491-F2FB-099D-4B70899AF9A8}"/>
          </ac:spMkLst>
        </pc:spChg>
        <pc:spChg chg="add mod">
          <ac:chgData name="Thanh Huynh" userId="980917a970b97f82" providerId="LiveId" clId="{2F7C71E0-3046-4A82-B3E9-84E3BA6A2924}" dt="2026-02-26T02:57:41.199" v="1866" actId="164"/>
          <ac:spMkLst>
            <pc:docMk/>
            <pc:sldMk cId="2249389748" sldId="260"/>
            <ac:spMk id="4" creationId="{29918D6E-B40A-F282-4772-C08F22992A5E}"/>
          </ac:spMkLst>
        </pc:spChg>
        <pc:spChg chg="add mod">
          <ac:chgData name="Thanh Huynh" userId="980917a970b97f82" providerId="LiveId" clId="{2F7C71E0-3046-4A82-B3E9-84E3BA6A2924}" dt="2026-02-27T17:50:42.528" v="2046" actId="2711"/>
          <ac:spMkLst>
            <pc:docMk/>
            <pc:sldMk cId="2249389748" sldId="260"/>
            <ac:spMk id="5" creationId="{A79130D4-AF14-4590-816D-163F2217316F}"/>
          </ac:spMkLst>
        </pc:spChg>
        <pc:spChg chg="add mod">
          <ac:chgData name="Thanh Huynh" userId="980917a970b97f82" providerId="LiveId" clId="{2F7C71E0-3046-4A82-B3E9-84E3BA6A2924}" dt="2026-02-27T17:31:28.769" v="2018" actId="14100"/>
          <ac:spMkLst>
            <pc:docMk/>
            <pc:sldMk cId="2249389748" sldId="260"/>
            <ac:spMk id="6" creationId="{B237C512-CA7A-96A0-9AC1-0CF9CF481C74}"/>
          </ac:spMkLst>
        </pc:spChg>
        <pc:spChg chg="add mod">
          <ac:chgData name="Thanh Huynh" userId="980917a970b97f82" providerId="LiveId" clId="{2F7C71E0-3046-4A82-B3E9-84E3BA6A2924}" dt="2026-02-27T17:51:57.440" v="2049" actId="14861"/>
          <ac:spMkLst>
            <pc:docMk/>
            <pc:sldMk cId="2249389748" sldId="260"/>
            <ac:spMk id="8" creationId="{173174B2-BD11-69C4-02D3-100BD7875670}"/>
          </ac:spMkLst>
        </pc:spChg>
        <pc:spChg chg="add mod">
          <ac:chgData name="Thanh Huynh" userId="980917a970b97f82" providerId="LiveId" clId="{2F7C71E0-3046-4A82-B3E9-84E3BA6A2924}" dt="2026-02-27T17:52:23.706" v="2051" actId="2711"/>
          <ac:spMkLst>
            <pc:docMk/>
            <pc:sldMk cId="2249389748" sldId="260"/>
            <ac:spMk id="15" creationId="{65B814C9-6E57-B398-A88D-02904C8C67BA}"/>
          </ac:spMkLst>
        </pc:spChg>
        <pc:spChg chg="add mod">
          <ac:chgData name="Thanh Huynh" userId="980917a970b97f82" providerId="LiveId" clId="{2F7C71E0-3046-4A82-B3E9-84E3BA6A2924}" dt="2026-02-27T17:52:50.690" v="2054" actId="2711"/>
          <ac:spMkLst>
            <pc:docMk/>
            <pc:sldMk cId="2249389748" sldId="260"/>
            <ac:spMk id="16" creationId="{560DA276-E248-D1BE-25AE-9CEBF7B21C51}"/>
          </ac:spMkLst>
        </pc:spChg>
        <pc:spChg chg="add mod">
          <ac:chgData name="Thanh Huynh" userId="980917a970b97f82" providerId="LiveId" clId="{2F7C71E0-3046-4A82-B3E9-84E3BA6A2924}" dt="2026-02-25T05:01:14.508" v="1775" actId="1076"/>
          <ac:spMkLst>
            <pc:docMk/>
            <pc:sldMk cId="2249389748" sldId="260"/>
            <ac:spMk id="19" creationId="{6645CF6D-7014-F6FB-5E79-547D9D6A0A47}"/>
          </ac:spMkLst>
        </pc:spChg>
        <pc:spChg chg="add mod">
          <ac:chgData name="Thanh Huynh" userId="980917a970b97f82" providerId="LiveId" clId="{2F7C71E0-3046-4A82-B3E9-84E3BA6A2924}" dt="2026-02-25T05:09:23.323" v="1791" actId="1076"/>
          <ac:spMkLst>
            <pc:docMk/>
            <pc:sldMk cId="2249389748" sldId="260"/>
            <ac:spMk id="22" creationId="{0A2ABAAC-541F-47A5-4A5C-17A9B3CE8EE1}"/>
          </ac:spMkLst>
        </pc:spChg>
        <pc:spChg chg="mod topLvl">
          <ac:chgData name="Thanh Huynh" userId="980917a970b97f82" providerId="LiveId" clId="{2F7C71E0-3046-4A82-B3E9-84E3BA6A2924}" dt="2026-02-27T17:52:05.607" v="2050" actId="14861"/>
          <ac:spMkLst>
            <pc:docMk/>
            <pc:sldMk cId="2249389748" sldId="260"/>
            <ac:spMk id="23" creationId="{254F4583-BFFD-6F80-0DD1-757F6E9ED0B9}"/>
          </ac:spMkLst>
        </pc:spChg>
        <pc:spChg chg="add mod">
          <ac:chgData name="Thanh Huynh" userId="980917a970b97f82" providerId="LiveId" clId="{2F7C71E0-3046-4A82-B3E9-84E3BA6A2924}" dt="2026-02-26T03:15:27.545" v="1997" actId="164"/>
          <ac:spMkLst>
            <pc:docMk/>
            <pc:sldMk cId="2249389748" sldId="260"/>
            <ac:spMk id="31" creationId="{8B0AA22A-DC5F-FA7C-02E4-87BF1B2E3093}"/>
          </ac:spMkLst>
        </pc:spChg>
        <pc:spChg chg="add mod">
          <ac:chgData name="Thanh Huynh" userId="980917a970b97f82" providerId="LiveId" clId="{2F7C71E0-3046-4A82-B3E9-84E3BA6A2924}" dt="2026-02-27T17:52:33.939" v="2052" actId="2711"/>
          <ac:spMkLst>
            <pc:docMk/>
            <pc:sldMk cId="2249389748" sldId="260"/>
            <ac:spMk id="33" creationId="{84BC12CC-B917-3C30-7383-827731719CCE}"/>
          </ac:spMkLst>
        </pc:spChg>
        <pc:grpChg chg="add mod">
          <ac:chgData name="Thanh Huynh" userId="980917a970b97f82" providerId="LiveId" clId="{2F7C71E0-3046-4A82-B3E9-84E3BA6A2924}" dt="2026-02-26T03:09:53.666" v="1948" actId="1076"/>
          <ac:grpSpMkLst>
            <pc:docMk/>
            <pc:sldMk cId="2249389748" sldId="260"/>
            <ac:grpSpMk id="7" creationId="{7E1CC941-EF25-1EB6-2164-885008D6DEFC}"/>
          </ac:grpSpMkLst>
        </pc:grpChg>
        <pc:grpChg chg="add mod">
          <ac:chgData name="Thanh Huynh" userId="980917a970b97f82" providerId="LiveId" clId="{2F7C71E0-3046-4A82-B3E9-84E3BA6A2924}" dt="2026-02-26T03:10:05.782" v="1949" actId="164"/>
          <ac:grpSpMkLst>
            <pc:docMk/>
            <pc:sldMk cId="2249389748" sldId="260"/>
            <ac:grpSpMk id="17" creationId="{B824DE7C-721A-2371-1265-EF6CC8747CFB}"/>
          </ac:grpSpMkLst>
        </pc:grpChg>
        <pc:grpChg chg="add mod">
          <ac:chgData name="Thanh Huynh" userId="980917a970b97f82" providerId="LiveId" clId="{2F7C71E0-3046-4A82-B3E9-84E3BA6A2924}" dt="2026-02-26T03:11:27.507" v="1957" actId="1076"/>
          <ac:grpSpMkLst>
            <pc:docMk/>
            <pc:sldMk cId="2249389748" sldId="260"/>
            <ac:grpSpMk id="26" creationId="{51CE5680-F7B1-A0EB-68CD-8AA48366C243}"/>
          </ac:grpSpMkLst>
        </pc:grpChg>
        <pc:grpChg chg="add mod">
          <ac:chgData name="Thanh Huynh" userId="980917a970b97f82" providerId="LiveId" clId="{2F7C71E0-3046-4A82-B3E9-84E3BA6A2924}" dt="2026-02-26T03:15:36.263" v="1998" actId="14861"/>
          <ac:grpSpMkLst>
            <pc:docMk/>
            <pc:sldMk cId="2249389748" sldId="260"/>
            <ac:grpSpMk id="32" creationId="{054620F8-36BA-C1EF-F803-4B255B4EF573}"/>
          </ac:grpSpMkLst>
        </pc:grpChg>
        <pc:picChg chg="add mod">
          <ac:chgData name="Thanh Huynh" userId="980917a970b97f82" providerId="LiveId" clId="{2F7C71E0-3046-4A82-B3E9-84E3BA6A2924}" dt="2026-02-27T17:51:57.440" v="2049" actId="14861"/>
          <ac:picMkLst>
            <pc:docMk/>
            <pc:sldMk cId="2249389748" sldId="260"/>
            <ac:picMk id="10" creationId="{23ADF8BC-1D5F-8DF3-7F28-E2B8EFA7A2CB}"/>
          </ac:picMkLst>
        </pc:picChg>
        <pc:picChg chg="add mod">
          <ac:chgData name="Thanh Huynh" userId="980917a970b97f82" providerId="LiveId" clId="{2F7C71E0-3046-4A82-B3E9-84E3BA6A2924}" dt="2026-02-25T04:57:00.196" v="1731" actId="14100"/>
          <ac:picMkLst>
            <pc:docMk/>
            <pc:sldMk cId="2249389748" sldId="260"/>
            <ac:picMk id="12" creationId="{2F6D4EC0-A5BF-D1A3-A9CF-E5D834F09CD6}"/>
          </ac:picMkLst>
        </pc:picChg>
        <pc:picChg chg="add mod">
          <ac:chgData name="Thanh Huynh" userId="980917a970b97f82" providerId="LiveId" clId="{2F7C71E0-3046-4A82-B3E9-84E3BA6A2924}" dt="2026-02-27T17:51:57.440" v="2049" actId="14861"/>
          <ac:picMkLst>
            <pc:docMk/>
            <pc:sldMk cId="2249389748" sldId="260"/>
            <ac:picMk id="13" creationId="{56681176-E53E-A80F-73D0-085F0A989997}"/>
          </ac:picMkLst>
        </pc:picChg>
        <pc:picChg chg="add mod">
          <ac:chgData name="Thanh Huynh" userId="980917a970b97f82" providerId="LiveId" clId="{2F7C71E0-3046-4A82-B3E9-84E3BA6A2924}" dt="2026-02-26T01:21:15.459" v="1792" actId="14861"/>
          <ac:picMkLst>
            <pc:docMk/>
            <pc:sldMk cId="2249389748" sldId="260"/>
            <ac:picMk id="14" creationId="{8D11D8BD-1FE0-411E-FA4F-6AAB412A0F36}"/>
          </ac:picMkLst>
        </pc:picChg>
        <pc:picChg chg="add mod">
          <ac:chgData name="Thanh Huynh" userId="980917a970b97f82" providerId="LiveId" clId="{2F7C71E0-3046-4A82-B3E9-84E3BA6A2924}" dt="2026-02-26T01:21:45.883" v="1794" actId="14861"/>
          <ac:picMkLst>
            <pc:docMk/>
            <pc:sldMk cId="2249389748" sldId="260"/>
            <ac:picMk id="18" creationId="{764F48E8-030C-F064-B79C-7CAA7896DDAF}"/>
          </ac:picMkLst>
        </pc:picChg>
        <pc:picChg chg="add mod">
          <ac:chgData name="Thanh Huynh" userId="980917a970b97f82" providerId="LiveId" clId="{2F7C71E0-3046-4A82-B3E9-84E3BA6A2924}" dt="2026-02-26T01:21:34.011" v="1793" actId="14861"/>
          <ac:picMkLst>
            <pc:docMk/>
            <pc:sldMk cId="2249389748" sldId="260"/>
            <ac:picMk id="21" creationId="{04187CC0-13D2-0976-5AFD-9D049000CA5A}"/>
          </ac:picMkLst>
        </pc:picChg>
        <pc:picChg chg="add mod">
          <ac:chgData name="Thanh Huynh" userId="980917a970b97f82" providerId="LiveId" clId="{2F7C71E0-3046-4A82-B3E9-84E3BA6A2924}" dt="2026-02-26T03:15:27.545" v="1997" actId="164"/>
          <ac:picMkLst>
            <pc:docMk/>
            <pc:sldMk cId="2249389748" sldId="260"/>
            <ac:picMk id="28" creationId="{D3F17D29-7988-6006-1E4B-AD68357DD9A9}"/>
          </ac:picMkLst>
        </pc:picChg>
        <pc:picChg chg="add mod ord">
          <ac:chgData name="Thanh Huynh" userId="980917a970b97f82" providerId="LiveId" clId="{2F7C71E0-3046-4A82-B3E9-84E3BA6A2924}" dt="2026-02-27T17:53:18.399" v="2060" actId="1076"/>
          <ac:picMkLst>
            <pc:docMk/>
            <pc:sldMk cId="2249389748" sldId="260"/>
            <ac:picMk id="30" creationId="{0B9F43CF-86AE-A43C-7034-580030364E35}"/>
          </ac:picMkLst>
        </pc:picChg>
      </pc:sldChg>
      <pc:sldChg chg="del">
        <pc:chgData name="Thanh Huynh" userId="980917a970b97f82" providerId="LiveId" clId="{2F7C71E0-3046-4A82-B3E9-84E3BA6A2924}" dt="2026-02-27T20:46:31.507" v="2674" actId="2696"/>
        <pc:sldMkLst>
          <pc:docMk/>
          <pc:sldMk cId="2781622621" sldId="261"/>
        </pc:sldMkLst>
      </pc:sldChg>
      <pc:sldChg chg="addSp delSp modSp mod ord modNotesTx">
        <pc:chgData name="Thanh Huynh" userId="980917a970b97f82" providerId="LiveId" clId="{2F7C71E0-3046-4A82-B3E9-84E3BA6A2924}" dt="2026-02-28T15:19:49.874" v="5767"/>
        <pc:sldMkLst>
          <pc:docMk/>
          <pc:sldMk cId="2645747481" sldId="262"/>
        </pc:sldMkLst>
        <pc:spChg chg="mod">
          <ac:chgData name="Thanh Huynh" userId="980917a970b97f82" providerId="LiveId" clId="{2F7C71E0-3046-4A82-B3E9-84E3BA6A2924}" dt="2026-02-28T15:18:55.986" v="5761" actId="114"/>
          <ac:spMkLst>
            <pc:docMk/>
            <pc:sldMk cId="2645747481" sldId="262"/>
            <ac:spMk id="2" creationId="{8B337B21-1E26-A847-AC61-FDA5EEFBFA48}"/>
          </ac:spMkLst>
        </pc:spChg>
        <pc:spChg chg="del mod">
          <ac:chgData name="Thanh Huynh" userId="980917a970b97f82" providerId="LiveId" clId="{2F7C71E0-3046-4A82-B3E9-84E3BA6A2924}" dt="2026-02-27T22:03:54.398" v="3078" actId="478"/>
          <ac:spMkLst>
            <pc:docMk/>
            <pc:sldMk cId="2645747481" sldId="262"/>
            <ac:spMk id="3" creationId="{7A6681F8-49AF-094B-8AE8-6157C5F0B6F6}"/>
          </ac:spMkLst>
        </pc:spChg>
        <pc:spChg chg="add mod topLvl">
          <ac:chgData name="Thanh Huynh" userId="980917a970b97f82" providerId="LiveId" clId="{2F7C71E0-3046-4A82-B3E9-84E3BA6A2924}" dt="2026-02-28T05:07:03.607" v="3653" actId="14100"/>
          <ac:spMkLst>
            <pc:docMk/>
            <pc:sldMk cId="2645747481" sldId="262"/>
            <ac:spMk id="4" creationId="{48BB2105-5473-24CB-D66F-85172AA007E6}"/>
          </ac:spMkLst>
        </pc:spChg>
        <pc:spChg chg="add del mod ord topLvl">
          <ac:chgData name="Thanh Huynh" userId="980917a970b97f82" providerId="LiveId" clId="{2F7C71E0-3046-4A82-B3E9-84E3BA6A2924}" dt="2026-02-28T04:38:59.817" v="3422" actId="166"/>
          <ac:spMkLst>
            <pc:docMk/>
            <pc:sldMk cId="2645747481" sldId="262"/>
            <ac:spMk id="5" creationId="{B7AE8ED8-67CD-A4B5-5674-598341902824}"/>
          </ac:spMkLst>
        </pc:spChg>
        <pc:spChg chg="add mod">
          <ac:chgData name="Thanh Huynh" userId="980917a970b97f82" providerId="LiveId" clId="{2F7C71E0-3046-4A82-B3E9-84E3BA6A2924}" dt="2026-02-28T04:18:35.307" v="3240" actId="164"/>
          <ac:spMkLst>
            <pc:docMk/>
            <pc:sldMk cId="2645747481" sldId="262"/>
            <ac:spMk id="15" creationId="{DC49F189-6E5A-35EE-01DE-8C9977A3A25A}"/>
          </ac:spMkLst>
        </pc:spChg>
        <pc:spChg chg="add mod">
          <ac:chgData name="Thanh Huynh" userId="980917a970b97f82" providerId="LiveId" clId="{2F7C71E0-3046-4A82-B3E9-84E3BA6A2924}" dt="2026-02-28T05:08:50.696" v="3679" actId="1076"/>
          <ac:spMkLst>
            <pc:docMk/>
            <pc:sldMk cId="2645747481" sldId="262"/>
            <ac:spMk id="21" creationId="{F8D64D83-4503-4D18-E1D3-8B52A48897AC}"/>
          </ac:spMkLst>
        </pc:spChg>
        <pc:spChg chg="add mod">
          <ac:chgData name="Thanh Huynh" userId="980917a970b97f82" providerId="LiveId" clId="{2F7C71E0-3046-4A82-B3E9-84E3BA6A2924}" dt="2026-02-28T05:08:53.329" v="3680" actId="1076"/>
          <ac:spMkLst>
            <pc:docMk/>
            <pc:sldMk cId="2645747481" sldId="262"/>
            <ac:spMk id="25" creationId="{FCCB027D-E442-A1E5-78B4-7CC3A6A8AE75}"/>
          </ac:spMkLst>
        </pc:spChg>
        <pc:spChg chg="add del mod">
          <ac:chgData name="Thanh Huynh" userId="980917a970b97f82" providerId="LiveId" clId="{2F7C71E0-3046-4A82-B3E9-84E3BA6A2924}" dt="2026-02-28T04:28:16.198" v="3319" actId="478"/>
          <ac:spMkLst>
            <pc:docMk/>
            <pc:sldMk cId="2645747481" sldId="262"/>
            <ac:spMk id="26" creationId="{E2DAAE20-008B-11AA-BC98-DC1229CE9211}"/>
          </ac:spMkLst>
        </pc:spChg>
        <pc:spChg chg="add mod">
          <ac:chgData name="Thanh Huynh" userId="980917a970b97f82" providerId="LiveId" clId="{2F7C71E0-3046-4A82-B3E9-84E3BA6A2924}" dt="2026-02-28T05:11:32.197" v="3698" actId="1076"/>
          <ac:spMkLst>
            <pc:docMk/>
            <pc:sldMk cId="2645747481" sldId="262"/>
            <ac:spMk id="27" creationId="{5178108A-2EAC-7E2E-7FEE-78D0DB966375}"/>
          </ac:spMkLst>
        </pc:spChg>
        <pc:spChg chg="add mod">
          <ac:chgData name="Thanh Huynh" userId="980917a970b97f82" providerId="LiveId" clId="{2F7C71E0-3046-4A82-B3E9-84E3BA6A2924}" dt="2026-02-28T05:10:30.958" v="3689" actId="14100"/>
          <ac:spMkLst>
            <pc:docMk/>
            <pc:sldMk cId="2645747481" sldId="262"/>
            <ac:spMk id="28" creationId="{DC35EAD4-B9FB-D5B5-5968-198E61452525}"/>
          </ac:spMkLst>
        </pc:spChg>
        <pc:spChg chg="add del mod">
          <ac:chgData name="Thanh Huynh" userId="980917a970b97f82" providerId="LiveId" clId="{2F7C71E0-3046-4A82-B3E9-84E3BA6A2924}" dt="2026-02-28T04:46:43.266" v="3480" actId="478"/>
          <ac:spMkLst>
            <pc:docMk/>
            <pc:sldMk cId="2645747481" sldId="262"/>
            <ac:spMk id="29" creationId="{530D897B-A4D2-31C9-A8FE-89C248278775}"/>
          </ac:spMkLst>
        </pc:spChg>
        <pc:spChg chg="add del mod">
          <ac:chgData name="Thanh Huynh" userId="980917a970b97f82" providerId="LiveId" clId="{2F7C71E0-3046-4A82-B3E9-84E3BA6A2924}" dt="2026-02-28T04:45:41.719" v="3473" actId="478"/>
          <ac:spMkLst>
            <pc:docMk/>
            <pc:sldMk cId="2645747481" sldId="262"/>
            <ac:spMk id="30" creationId="{086D7C50-ADCA-163A-87B4-C92BC6867B09}"/>
          </ac:spMkLst>
        </pc:spChg>
        <pc:spChg chg="add del mod">
          <ac:chgData name="Thanh Huynh" userId="980917a970b97f82" providerId="LiveId" clId="{2F7C71E0-3046-4A82-B3E9-84E3BA6A2924}" dt="2026-02-28T04:33:55.257" v="3359" actId="478"/>
          <ac:spMkLst>
            <pc:docMk/>
            <pc:sldMk cId="2645747481" sldId="262"/>
            <ac:spMk id="31" creationId="{31CF5B84-ECB5-A835-DF93-62CC0C9453D1}"/>
          </ac:spMkLst>
        </pc:spChg>
        <pc:spChg chg="add del mod">
          <ac:chgData name="Thanh Huynh" userId="980917a970b97f82" providerId="LiveId" clId="{2F7C71E0-3046-4A82-B3E9-84E3BA6A2924}" dt="2026-02-28T04:35:08.530" v="3369" actId="478"/>
          <ac:spMkLst>
            <pc:docMk/>
            <pc:sldMk cId="2645747481" sldId="262"/>
            <ac:spMk id="32" creationId="{A1993E78-8349-289F-EA14-500939C33C94}"/>
          </ac:spMkLst>
        </pc:spChg>
        <pc:spChg chg="add mod">
          <ac:chgData name="Thanh Huynh" userId="980917a970b97f82" providerId="LiveId" clId="{2F7C71E0-3046-4A82-B3E9-84E3BA6A2924}" dt="2026-02-28T05:08:47.317" v="3678" actId="1076"/>
          <ac:spMkLst>
            <pc:docMk/>
            <pc:sldMk cId="2645747481" sldId="262"/>
            <ac:spMk id="33" creationId="{A9511601-4031-3AEC-9338-8120CFF74E3F}"/>
          </ac:spMkLst>
        </pc:spChg>
        <pc:spChg chg="add mod">
          <ac:chgData name="Thanh Huynh" userId="980917a970b97f82" providerId="LiveId" clId="{2F7C71E0-3046-4A82-B3E9-84E3BA6A2924}" dt="2026-02-28T05:09:03.197" v="3681" actId="14861"/>
          <ac:spMkLst>
            <pc:docMk/>
            <pc:sldMk cId="2645747481" sldId="262"/>
            <ac:spMk id="34" creationId="{411FA909-43FA-32D2-146A-1E2896F6AC6A}"/>
          </ac:spMkLst>
        </pc:spChg>
        <pc:spChg chg="add mod">
          <ac:chgData name="Thanh Huynh" userId="980917a970b97f82" providerId="LiveId" clId="{2F7C71E0-3046-4A82-B3E9-84E3BA6A2924}" dt="2026-02-28T05:14:11.439" v="3722" actId="1076"/>
          <ac:spMkLst>
            <pc:docMk/>
            <pc:sldMk cId="2645747481" sldId="262"/>
            <ac:spMk id="35" creationId="{3849D514-E4CC-49BF-C244-8FB97713869D}"/>
          </ac:spMkLst>
        </pc:spChg>
        <pc:spChg chg="add mod">
          <ac:chgData name="Thanh Huynh" userId="980917a970b97f82" providerId="LiveId" clId="{2F7C71E0-3046-4A82-B3E9-84E3BA6A2924}" dt="2026-02-28T05:13:47.412" v="3719" actId="14100"/>
          <ac:spMkLst>
            <pc:docMk/>
            <pc:sldMk cId="2645747481" sldId="262"/>
            <ac:spMk id="36" creationId="{CC767D42-B774-F7E3-11F3-AFF9346BA413}"/>
          </ac:spMkLst>
        </pc:spChg>
        <pc:spChg chg="add mod">
          <ac:chgData name="Thanh Huynh" userId="980917a970b97f82" providerId="LiveId" clId="{2F7C71E0-3046-4A82-B3E9-84E3BA6A2924}" dt="2026-02-28T05:11:28.126" v="3697" actId="1076"/>
          <ac:spMkLst>
            <pc:docMk/>
            <pc:sldMk cId="2645747481" sldId="262"/>
            <ac:spMk id="37" creationId="{35DA9240-ACAB-4EB4-DB2C-406949B9717C}"/>
          </ac:spMkLst>
        </pc:spChg>
        <pc:spChg chg="add mod">
          <ac:chgData name="Thanh Huynh" userId="980917a970b97f82" providerId="LiveId" clId="{2F7C71E0-3046-4A82-B3E9-84E3BA6A2924}" dt="2026-02-28T05:14:31.569" v="3724" actId="1076"/>
          <ac:spMkLst>
            <pc:docMk/>
            <pc:sldMk cId="2645747481" sldId="262"/>
            <ac:spMk id="38" creationId="{FBACDF19-8202-6195-9E27-B802B182B300}"/>
          </ac:spMkLst>
        </pc:spChg>
        <pc:spChg chg="add mod">
          <ac:chgData name="Thanh Huynh" userId="980917a970b97f82" providerId="LiveId" clId="{2F7C71E0-3046-4A82-B3E9-84E3BA6A2924}" dt="2026-02-28T05:11:47.807" v="3700" actId="1076"/>
          <ac:spMkLst>
            <pc:docMk/>
            <pc:sldMk cId="2645747481" sldId="262"/>
            <ac:spMk id="39" creationId="{35062B59-C919-DEF5-EBA2-C88C762F9850}"/>
          </ac:spMkLst>
        </pc:spChg>
        <pc:spChg chg="add mod">
          <ac:chgData name="Thanh Huynh" userId="980917a970b97f82" providerId="LiveId" clId="{2F7C71E0-3046-4A82-B3E9-84E3BA6A2924}" dt="2026-02-28T05:14:46.346" v="3726" actId="1076"/>
          <ac:spMkLst>
            <pc:docMk/>
            <pc:sldMk cId="2645747481" sldId="262"/>
            <ac:spMk id="40" creationId="{C9165C64-2A5F-3231-AB96-D4F728039445}"/>
          </ac:spMkLst>
        </pc:spChg>
        <pc:spChg chg="add del mod">
          <ac:chgData name="Thanh Huynh" userId="980917a970b97f82" providerId="LiveId" clId="{2F7C71E0-3046-4A82-B3E9-84E3BA6A2924}" dt="2026-02-28T04:50:31.096" v="3511" actId="478"/>
          <ac:spMkLst>
            <pc:docMk/>
            <pc:sldMk cId="2645747481" sldId="262"/>
            <ac:spMk id="41" creationId="{DBFA8E0E-E0CF-34A6-C50E-8A6E144DCE2C}"/>
          </ac:spMkLst>
        </pc:spChg>
        <pc:spChg chg="add mod">
          <ac:chgData name="Thanh Huynh" userId="980917a970b97f82" providerId="LiveId" clId="{2F7C71E0-3046-4A82-B3E9-84E3BA6A2924}" dt="2026-02-28T05:16:16.569" v="3735" actId="1076"/>
          <ac:spMkLst>
            <pc:docMk/>
            <pc:sldMk cId="2645747481" sldId="262"/>
            <ac:spMk id="42" creationId="{5FBC7C3C-46BE-7363-E49D-1570B05FAD5F}"/>
          </ac:spMkLst>
        </pc:spChg>
        <pc:spChg chg="add mod">
          <ac:chgData name="Thanh Huynh" userId="980917a970b97f82" providerId="LiveId" clId="{2F7C71E0-3046-4A82-B3E9-84E3BA6A2924}" dt="2026-02-28T05:17:13.663" v="3742" actId="1076"/>
          <ac:spMkLst>
            <pc:docMk/>
            <pc:sldMk cId="2645747481" sldId="262"/>
            <ac:spMk id="43" creationId="{8D40CB30-1760-CB30-F340-3A08954E908A}"/>
          </ac:spMkLst>
        </pc:spChg>
        <pc:spChg chg="add mod">
          <ac:chgData name="Thanh Huynh" userId="980917a970b97f82" providerId="LiveId" clId="{2F7C71E0-3046-4A82-B3E9-84E3BA6A2924}" dt="2026-02-28T05:18:04.756" v="3749" actId="1076"/>
          <ac:spMkLst>
            <pc:docMk/>
            <pc:sldMk cId="2645747481" sldId="262"/>
            <ac:spMk id="44" creationId="{17C1CF92-4E70-6F14-993E-3EBCFEBE8A38}"/>
          </ac:spMkLst>
        </pc:spChg>
        <pc:spChg chg="add mod">
          <ac:chgData name="Thanh Huynh" userId="980917a970b97f82" providerId="LiveId" clId="{2F7C71E0-3046-4A82-B3E9-84E3BA6A2924}" dt="2026-02-28T05:19:06.170" v="3757" actId="1076"/>
          <ac:spMkLst>
            <pc:docMk/>
            <pc:sldMk cId="2645747481" sldId="262"/>
            <ac:spMk id="45" creationId="{2847BE10-5F3D-7D74-95A5-BC57A0AB6393}"/>
          </ac:spMkLst>
        </pc:spChg>
        <pc:grpChg chg="add del mod">
          <ac:chgData name="Thanh Huynh" userId="980917a970b97f82" providerId="LiveId" clId="{2F7C71E0-3046-4A82-B3E9-84E3BA6A2924}" dt="2026-02-28T04:18:58.669" v="3243" actId="165"/>
          <ac:grpSpMkLst>
            <pc:docMk/>
            <pc:sldMk cId="2645747481" sldId="262"/>
            <ac:grpSpMk id="10" creationId="{085C36BA-735C-C943-23D5-E5A9A9203E80}"/>
          </ac:grpSpMkLst>
        </pc:grpChg>
        <pc:grpChg chg="add mod">
          <ac:chgData name="Thanh Huynh" userId="980917a970b97f82" providerId="LiveId" clId="{2F7C71E0-3046-4A82-B3E9-84E3BA6A2924}" dt="2026-02-28T04:18:35.307" v="3240" actId="164"/>
          <ac:grpSpMkLst>
            <pc:docMk/>
            <pc:sldMk cId="2645747481" sldId="262"/>
            <ac:grpSpMk id="20" creationId="{C21E55AD-7602-FE14-CB70-34989F4A88B6}"/>
          </ac:grpSpMkLst>
        </pc:grpChg>
        <pc:grpChg chg="add mod">
          <ac:chgData name="Thanh Huynh" userId="980917a970b97f82" providerId="LiveId" clId="{2F7C71E0-3046-4A82-B3E9-84E3BA6A2924}" dt="2026-02-28T04:18:14.807" v="3236" actId="164"/>
          <ac:grpSpMkLst>
            <pc:docMk/>
            <pc:sldMk cId="2645747481" sldId="262"/>
            <ac:grpSpMk id="22" creationId="{FED502B3-4097-9A7B-5D6A-46ED589B9664}"/>
          </ac:grpSpMkLst>
        </pc:grpChg>
        <pc:grpChg chg="add mod">
          <ac:chgData name="Thanh Huynh" userId="980917a970b97f82" providerId="LiveId" clId="{2F7C71E0-3046-4A82-B3E9-84E3BA6A2924}" dt="2026-02-28T04:19:17.608" v="3244" actId="164"/>
          <ac:grpSpMkLst>
            <pc:docMk/>
            <pc:sldMk cId="2645747481" sldId="262"/>
            <ac:grpSpMk id="23" creationId="{29B2BD83-3CD4-B988-BA7E-40135F1EA7FD}"/>
          </ac:grpSpMkLst>
        </pc:grpChg>
        <pc:grpChg chg="add mod ord">
          <ac:chgData name="Thanh Huynh" userId="980917a970b97f82" providerId="LiveId" clId="{2F7C71E0-3046-4A82-B3E9-84E3BA6A2924}" dt="2026-02-28T05:07:14.070" v="3661" actId="14100"/>
          <ac:grpSpMkLst>
            <pc:docMk/>
            <pc:sldMk cId="2645747481" sldId="262"/>
            <ac:grpSpMk id="24" creationId="{00AC75AF-25F2-0CEC-89ED-6D6A9B1F7572}"/>
          </ac:grpSpMkLst>
        </pc:grpChg>
        <pc:picChg chg="add del mod">
          <ac:chgData name="Thanh Huynh" userId="980917a970b97f82" providerId="LiveId" clId="{2F7C71E0-3046-4A82-B3E9-84E3BA6A2924}" dt="2026-02-27T22:09:10.661" v="3160" actId="478"/>
          <ac:picMkLst>
            <pc:docMk/>
            <pc:sldMk cId="2645747481" sldId="262"/>
            <ac:picMk id="7" creationId="{A54AE508-AAB2-F69D-B9D4-D04137A6553E}"/>
          </ac:picMkLst>
        </pc:picChg>
        <pc:picChg chg="add del mod">
          <ac:chgData name="Thanh Huynh" userId="980917a970b97f82" providerId="LiveId" clId="{2F7C71E0-3046-4A82-B3E9-84E3BA6A2924}" dt="2026-02-27T22:09:12.716" v="3161" actId="478"/>
          <ac:picMkLst>
            <pc:docMk/>
            <pc:sldMk cId="2645747481" sldId="262"/>
            <ac:picMk id="9" creationId="{66A89293-C774-4B30-9B00-229CB00B85F2}"/>
          </ac:picMkLst>
        </pc:picChg>
        <pc:picChg chg="add del mod">
          <ac:chgData name="Thanh Huynh" userId="980917a970b97f82" providerId="LiveId" clId="{2F7C71E0-3046-4A82-B3E9-84E3BA6A2924}" dt="2026-02-27T22:11:41.880" v="3187" actId="478"/>
          <ac:picMkLst>
            <pc:docMk/>
            <pc:sldMk cId="2645747481" sldId="262"/>
            <ac:picMk id="12" creationId="{AAC1341B-441B-CD9A-66D3-07E69F69874D}"/>
          </ac:picMkLst>
        </pc:picChg>
        <pc:picChg chg="add del mod">
          <ac:chgData name="Thanh Huynh" userId="980917a970b97f82" providerId="LiveId" clId="{2F7C71E0-3046-4A82-B3E9-84E3BA6A2924}" dt="2026-02-27T22:11:36.292" v="3186" actId="478"/>
          <ac:picMkLst>
            <pc:docMk/>
            <pc:sldMk cId="2645747481" sldId="262"/>
            <ac:picMk id="14" creationId="{4E9A7D58-3595-BDA8-65E4-575F1134E558}"/>
          </ac:picMkLst>
        </pc:picChg>
        <pc:picChg chg="add mod">
          <ac:chgData name="Thanh Huynh" userId="980917a970b97f82" providerId="LiveId" clId="{2F7C71E0-3046-4A82-B3E9-84E3BA6A2924}" dt="2026-02-28T04:18:14.807" v="3236" actId="164"/>
          <ac:picMkLst>
            <pc:docMk/>
            <pc:sldMk cId="2645747481" sldId="262"/>
            <ac:picMk id="17" creationId="{1520D187-8532-EC94-DE1E-F88F8310BD39}"/>
          </ac:picMkLst>
        </pc:picChg>
        <pc:picChg chg="add mod">
          <ac:chgData name="Thanh Huynh" userId="980917a970b97f82" providerId="LiveId" clId="{2F7C71E0-3046-4A82-B3E9-84E3BA6A2924}" dt="2026-02-28T04:18:14.807" v="3236" actId="164"/>
          <ac:picMkLst>
            <pc:docMk/>
            <pc:sldMk cId="2645747481" sldId="262"/>
            <ac:picMk id="19" creationId="{A4865CC6-8CC3-287F-CACF-C81AF8B4A514}"/>
          </ac:picMkLst>
        </pc:picChg>
        <pc:picChg chg="add del mod">
          <ac:chgData name="Thanh Huynh" userId="980917a970b97f82" providerId="LiveId" clId="{2F7C71E0-3046-4A82-B3E9-84E3BA6A2924}" dt="2026-02-28T04:08:10.187" v="3203" actId="478"/>
          <ac:picMkLst>
            <pc:docMk/>
            <pc:sldMk cId="2645747481" sldId="262"/>
            <ac:picMk id="4098" creationId="{6AACA5E7-8808-6E62-444B-A1F1DB2CB43A}"/>
          </ac:picMkLst>
        </pc:picChg>
      </pc:sldChg>
      <pc:sldChg chg="del">
        <pc:chgData name="Thanh Huynh" userId="980917a970b97f82" providerId="LiveId" clId="{2F7C71E0-3046-4A82-B3E9-84E3BA6A2924}" dt="2026-02-27T19:52:27.498" v="2413" actId="2696"/>
        <pc:sldMkLst>
          <pc:docMk/>
          <pc:sldMk cId="1612097646" sldId="263"/>
        </pc:sldMkLst>
      </pc:sldChg>
      <pc:sldChg chg="addSp delSp modSp mod ord modNotesTx">
        <pc:chgData name="Thanh Huynh" userId="980917a970b97f82" providerId="LiveId" clId="{2F7C71E0-3046-4A82-B3E9-84E3BA6A2924}" dt="2026-02-28T15:19:40.036" v="5765"/>
        <pc:sldMkLst>
          <pc:docMk/>
          <pc:sldMk cId="3288101558" sldId="264"/>
        </pc:sldMkLst>
        <pc:spChg chg="mod">
          <ac:chgData name="Thanh Huynh" userId="980917a970b97f82" providerId="LiveId" clId="{2F7C71E0-3046-4A82-B3E9-84E3BA6A2924}" dt="2026-02-27T21:59:37.184" v="3074" actId="1076"/>
          <ac:spMkLst>
            <pc:docMk/>
            <pc:sldMk cId="3288101558" sldId="264"/>
            <ac:spMk id="2" creationId="{D56A079E-9CD9-D84F-AC45-14A954F929FD}"/>
          </ac:spMkLst>
        </pc:spChg>
        <pc:spChg chg="del mod ord">
          <ac:chgData name="Thanh Huynh" userId="980917a970b97f82" providerId="LiveId" clId="{2F7C71E0-3046-4A82-B3E9-84E3BA6A2924}" dt="2026-02-27T21:57:53.421" v="3068" actId="478"/>
          <ac:spMkLst>
            <pc:docMk/>
            <pc:sldMk cId="3288101558" sldId="264"/>
            <ac:spMk id="3" creationId="{D83F7FD3-C115-7C41-AA01-0FEA687163C6}"/>
          </ac:spMkLst>
        </pc:spChg>
        <pc:spChg chg="add mod">
          <ac:chgData name="Thanh Huynh" userId="980917a970b97f82" providerId="LiveId" clId="{2F7C71E0-3046-4A82-B3E9-84E3BA6A2924}" dt="2026-02-27T21:58:55.217" v="3070" actId="164"/>
          <ac:spMkLst>
            <pc:docMk/>
            <pc:sldMk cId="3288101558" sldId="264"/>
            <ac:spMk id="4" creationId="{792549E1-3349-5F68-86AF-42731D58F782}"/>
          </ac:spMkLst>
        </pc:spChg>
        <pc:spChg chg="add mod">
          <ac:chgData name="Thanh Huynh" userId="980917a970b97f82" providerId="LiveId" clId="{2F7C71E0-3046-4A82-B3E9-84E3BA6A2924}" dt="2026-02-27T21:22:36.313" v="2850" actId="14100"/>
          <ac:spMkLst>
            <pc:docMk/>
            <pc:sldMk cId="3288101558" sldId="264"/>
            <ac:spMk id="10" creationId="{4925C604-EEBF-E03F-35A2-1753FF838072}"/>
          </ac:spMkLst>
        </pc:spChg>
        <pc:spChg chg="add mod">
          <ac:chgData name="Thanh Huynh" userId="980917a970b97f82" providerId="LiveId" clId="{2F7C71E0-3046-4A82-B3E9-84E3BA6A2924}" dt="2026-02-27T21:16:35.487" v="2803" actId="164"/>
          <ac:spMkLst>
            <pc:docMk/>
            <pc:sldMk cId="3288101558" sldId="264"/>
            <ac:spMk id="23" creationId="{BCC20605-1559-38F6-D959-DD2404A11C91}"/>
          </ac:spMkLst>
        </pc:spChg>
        <pc:spChg chg="add del mod">
          <ac:chgData name="Thanh Huynh" userId="980917a970b97f82" providerId="LiveId" clId="{2F7C71E0-3046-4A82-B3E9-84E3BA6A2924}" dt="2026-02-27T21:17:58.761" v="2810" actId="478"/>
          <ac:spMkLst>
            <pc:docMk/>
            <pc:sldMk cId="3288101558" sldId="264"/>
            <ac:spMk id="28" creationId="{42E8621F-DCF9-6C18-DF48-FF4E77A996E1}"/>
          </ac:spMkLst>
        </pc:spChg>
        <pc:spChg chg="add mod ord">
          <ac:chgData name="Thanh Huynh" userId="980917a970b97f82" providerId="LiveId" clId="{2F7C71E0-3046-4A82-B3E9-84E3BA6A2924}" dt="2026-02-27T21:58:55.217" v="3070" actId="164"/>
          <ac:spMkLst>
            <pc:docMk/>
            <pc:sldMk cId="3288101558" sldId="264"/>
            <ac:spMk id="29" creationId="{B406B4E8-2622-BF9A-2398-8957A36C9E5A}"/>
          </ac:spMkLst>
        </pc:spChg>
        <pc:spChg chg="add mod ord">
          <ac:chgData name="Thanh Huynh" userId="980917a970b97f82" providerId="LiveId" clId="{2F7C71E0-3046-4A82-B3E9-84E3BA6A2924}" dt="2026-02-27T21:58:55.217" v="3070" actId="164"/>
          <ac:spMkLst>
            <pc:docMk/>
            <pc:sldMk cId="3288101558" sldId="264"/>
            <ac:spMk id="30" creationId="{1E3C8A5E-9CC6-5AB5-02AA-05CF132E4B76}"/>
          </ac:spMkLst>
        </pc:spChg>
        <pc:spChg chg="add del mod">
          <ac:chgData name="Thanh Huynh" userId="980917a970b97f82" providerId="LiveId" clId="{2F7C71E0-3046-4A82-B3E9-84E3BA6A2924}" dt="2026-02-27T21:24:21.533" v="2860" actId="478"/>
          <ac:spMkLst>
            <pc:docMk/>
            <pc:sldMk cId="3288101558" sldId="264"/>
            <ac:spMk id="31" creationId="{8A43C8A2-3D2D-882B-0B52-B142ABA5A70C}"/>
          </ac:spMkLst>
        </pc:spChg>
        <pc:spChg chg="add mod">
          <ac:chgData name="Thanh Huynh" userId="980917a970b97f82" providerId="LiveId" clId="{2F7C71E0-3046-4A82-B3E9-84E3BA6A2924}" dt="2026-02-27T21:58:55.217" v="3070" actId="164"/>
          <ac:spMkLst>
            <pc:docMk/>
            <pc:sldMk cId="3288101558" sldId="264"/>
            <ac:spMk id="35" creationId="{9F7EECE5-CAD1-C3CD-6DA2-F9ED4DB04C78}"/>
          </ac:spMkLst>
        </pc:spChg>
        <pc:spChg chg="add del">
          <ac:chgData name="Thanh Huynh" userId="980917a970b97f82" providerId="LiveId" clId="{2F7C71E0-3046-4A82-B3E9-84E3BA6A2924}" dt="2026-02-27T21:33:25.826" v="2898" actId="478"/>
          <ac:spMkLst>
            <pc:docMk/>
            <pc:sldMk cId="3288101558" sldId="264"/>
            <ac:spMk id="36" creationId="{62550916-5193-E759-C6E5-E759C956FDA3}"/>
          </ac:spMkLst>
        </pc:spChg>
        <pc:spChg chg="add mod">
          <ac:chgData name="Thanh Huynh" userId="980917a970b97f82" providerId="LiveId" clId="{2F7C71E0-3046-4A82-B3E9-84E3BA6A2924}" dt="2026-02-27T21:38:42.810" v="2932" actId="14861"/>
          <ac:spMkLst>
            <pc:docMk/>
            <pc:sldMk cId="3288101558" sldId="264"/>
            <ac:spMk id="37" creationId="{C5D04836-DFB2-A898-BC01-6540100BD99A}"/>
          </ac:spMkLst>
        </pc:spChg>
        <pc:spChg chg="add del mod">
          <ac:chgData name="Thanh Huynh" userId="980917a970b97f82" providerId="LiveId" clId="{2F7C71E0-3046-4A82-B3E9-84E3BA6A2924}" dt="2026-02-27T21:45:46.253" v="2977" actId="1076"/>
          <ac:spMkLst>
            <pc:docMk/>
            <pc:sldMk cId="3288101558" sldId="264"/>
            <ac:spMk id="38" creationId="{F4419142-0F97-53B3-EC5A-C2E90A5969B0}"/>
          </ac:spMkLst>
        </pc:spChg>
        <pc:spChg chg="add mod">
          <ac:chgData name="Thanh Huynh" userId="980917a970b97f82" providerId="LiveId" clId="{2F7C71E0-3046-4A82-B3E9-84E3BA6A2924}" dt="2026-02-27T21:49:38.226" v="3011" actId="207"/>
          <ac:spMkLst>
            <pc:docMk/>
            <pc:sldMk cId="3288101558" sldId="264"/>
            <ac:spMk id="39" creationId="{B5C7CE59-42A3-72EC-0A3D-50A2DC517B70}"/>
          </ac:spMkLst>
        </pc:spChg>
        <pc:spChg chg="add mod">
          <ac:chgData name="Thanh Huynh" userId="980917a970b97f82" providerId="LiveId" clId="{2F7C71E0-3046-4A82-B3E9-84E3BA6A2924}" dt="2026-02-27T21:41:12.031" v="2950" actId="207"/>
          <ac:spMkLst>
            <pc:docMk/>
            <pc:sldMk cId="3288101558" sldId="264"/>
            <ac:spMk id="40" creationId="{B7EF7639-63BF-3B2C-9CF4-6082FA5E50C9}"/>
          </ac:spMkLst>
        </pc:spChg>
        <pc:spChg chg="add mod">
          <ac:chgData name="Thanh Huynh" userId="980917a970b97f82" providerId="LiveId" clId="{2F7C71E0-3046-4A82-B3E9-84E3BA6A2924}" dt="2026-02-27T21:41:00.721" v="2949" actId="207"/>
          <ac:spMkLst>
            <pc:docMk/>
            <pc:sldMk cId="3288101558" sldId="264"/>
            <ac:spMk id="41" creationId="{DEEFE086-51DB-9134-DAB9-51FBAAF6069C}"/>
          </ac:spMkLst>
        </pc:spChg>
        <pc:spChg chg="add mod">
          <ac:chgData name="Thanh Huynh" userId="980917a970b97f82" providerId="LiveId" clId="{2F7C71E0-3046-4A82-B3E9-84E3BA6A2924}" dt="2026-02-27T21:46:14.991" v="2980" actId="1076"/>
          <ac:spMkLst>
            <pc:docMk/>
            <pc:sldMk cId="3288101558" sldId="264"/>
            <ac:spMk id="42" creationId="{447CF8CD-CB0C-27CB-CCCA-3DA4EBDC976F}"/>
          </ac:spMkLst>
        </pc:spChg>
        <pc:spChg chg="add mod">
          <ac:chgData name="Thanh Huynh" userId="980917a970b97f82" providerId="LiveId" clId="{2F7C71E0-3046-4A82-B3E9-84E3BA6A2924}" dt="2026-02-27T21:43:53.158" v="2960" actId="1076"/>
          <ac:spMkLst>
            <pc:docMk/>
            <pc:sldMk cId="3288101558" sldId="264"/>
            <ac:spMk id="43" creationId="{72FDA6CC-DF14-B8C7-365D-C259B0840315}"/>
          </ac:spMkLst>
        </pc:spChg>
        <pc:spChg chg="add mod">
          <ac:chgData name="Thanh Huynh" userId="980917a970b97f82" providerId="LiveId" clId="{2F7C71E0-3046-4A82-B3E9-84E3BA6A2924}" dt="2026-02-27T21:44:03.573" v="2962" actId="1076"/>
          <ac:spMkLst>
            <pc:docMk/>
            <pc:sldMk cId="3288101558" sldId="264"/>
            <ac:spMk id="44" creationId="{E6C715C9-0947-6F18-1A5D-2CC9938C3E0E}"/>
          </ac:spMkLst>
        </pc:spChg>
        <pc:spChg chg="add mod">
          <ac:chgData name="Thanh Huynh" userId="980917a970b97f82" providerId="LiveId" clId="{2F7C71E0-3046-4A82-B3E9-84E3BA6A2924}" dt="2026-02-27T21:47:34.617" v="2989" actId="1076"/>
          <ac:spMkLst>
            <pc:docMk/>
            <pc:sldMk cId="3288101558" sldId="264"/>
            <ac:spMk id="45" creationId="{365CB401-C1DB-9515-1163-38D84EDC8DB3}"/>
          </ac:spMkLst>
        </pc:spChg>
        <pc:spChg chg="add mod">
          <ac:chgData name="Thanh Huynh" userId="980917a970b97f82" providerId="LiveId" clId="{2F7C71E0-3046-4A82-B3E9-84E3BA6A2924}" dt="2026-02-27T21:44:49.587" v="2969" actId="14861"/>
          <ac:spMkLst>
            <pc:docMk/>
            <pc:sldMk cId="3288101558" sldId="264"/>
            <ac:spMk id="46" creationId="{538A78AE-EC85-D608-985F-513AA95B4A76}"/>
          </ac:spMkLst>
        </pc:spChg>
        <pc:spChg chg="add mod">
          <ac:chgData name="Thanh Huynh" userId="980917a970b97f82" providerId="LiveId" clId="{2F7C71E0-3046-4A82-B3E9-84E3BA6A2924}" dt="2026-02-27T21:54:25.056" v="3038" actId="1076"/>
          <ac:spMkLst>
            <pc:docMk/>
            <pc:sldMk cId="3288101558" sldId="264"/>
            <ac:spMk id="57" creationId="{6B482230-7A9D-4D6A-4E56-180F21126F41}"/>
          </ac:spMkLst>
        </pc:spChg>
        <pc:spChg chg="add mod">
          <ac:chgData name="Thanh Huynh" userId="980917a970b97f82" providerId="LiveId" clId="{2F7C71E0-3046-4A82-B3E9-84E3BA6A2924}" dt="2026-02-27T21:54:59.510" v="3044" actId="1076"/>
          <ac:spMkLst>
            <pc:docMk/>
            <pc:sldMk cId="3288101558" sldId="264"/>
            <ac:spMk id="58" creationId="{4D252E24-F81E-3D6B-1BA2-4CFF7CEDB7E5}"/>
          </ac:spMkLst>
        </pc:spChg>
        <pc:spChg chg="add mod">
          <ac:chgData name="Thanh Huynh" userId="980917a970b97f82" providerId="LiveId" clId="{2F7C71E0-3046-4A82-B3E9-84E3BA6A2924}" dt="2026-02-27T21:55:52.812" v="3053" actId="1076"/>
          <ac:spMkLst>
            <pc:docMk/>
            <pc:sldMk cId="3288101558" sldId="264"/>
            <ac:spMk id="59" creationId="{357BA950-150D-7926-C6F0-D10CB0BDE09A}"/>
          </ac:spMkLst>
        </pc:spChg>
        <pc:spChg chg="add mod">
          <ac:chgData name="Thanh Huynh" userId="980917a970b97f82" providerId="LiveId" clId="{2F7C71E0-3046-4A82-B3E9-84E3BA6A2924}" dt="2026-02-27T21:56:21.518" v="3059"/>
          <ac:spMkLst>
            <pc:docMk/>
            <pc:sldMk cId="3288101558" sldId="264"/>
            <ac:spMk id="60" creationId="{CEB0D140-E9F4-0B46-A930-796D14F921BE}"/>
          </ac:spMkLst>
        </pc:spChg>
        <pc:spChg chg="add mod">
          <ac:chgData name="Thanh Huynh" userId="980917a970b97f82" providerId="LiveId" clId="{2F7C71E0-3046-4A82-B3E9-84E3BA6A2924}" dt="2026-02-27T21:57:48.485" v="3067" actId="1076"/>
          <ac:spMkLst>
            <pc:docMk/>
            <pc:sldMk cId="3288101558" sldId="264"/>
            <ac:spMk id="61" creationId="{BDA1BF07-8525-809F-5BC8-2DC1CAB04A2E}"/>
          </ac:spMkLst>
        </pc:spChg>
        <pc:spChg chg="add del mod">
          <ac:chgData name="Thanh Huynh" userId="980917a970b97f82" providerId="LiveId" clId="{2F7C71E0-3046-4A82-B3E9-84E3BA6A2924}" dt="2026-02-27T21:58:01.864" v="3069" actId="478"/>
          <ac:spMkLst>
            <pc:docMk/>
            <pc:sldMk cId="3288101558" sldId="264"/>
            <ac:spMk id="63" creationId="{D86D3B5F-0674-83AF-B66E-8E85043023CB}"/>
          </ac:spMkLst>
        </pc:spChg>
        <pc:grpChg chg="add mod ord">
          <ac:chgData name="Thanh Huynh" userId="980917a970b97f82" providerId="LiveId" clId="{2F7C71E0-3046-4A82-B3E9-84E3BA6A2924}" dt="2026-02-27T21:58:55.217" v="3070" actId="164"/>
          <ac:grpSpMkLst>
            <pc:docMk/>
            <pc:sldMk cId="3288101558" sldId="264"/>
            <ac:grpSpMk id="24" creationId="{B897D61F-7F85-DE37-BFA8-D4BC1765B5F0}"/>
          </ac:grpSpMkLst>
        </pc:grpChg>
        <pc:grpChg chg="add mod ord">
          <ac:chgData name="Thanh Huynh" userId="980917a970b97f82" providerId="LiveId" clId="{2F7C71E0-3046-4A82-B3E9-84E3BA6A2924}" dt="2026-02-27T21:58:55.217" v="3070" actId="164"/>
          <ac:grpSpMkLst>
            <pc:docMk/>
            <pc:sldMk cId="3288101558" sldId="264"/>
            <ac:grpSpMk id="25" creationId="{0182AFB1-EF2B-7484-314F-00567BA462F0}"/>
          </ac:grpSpMkLst>
        </pc:grpChg>
        <pc:grpChg chg="add mod">
          <ac:chgData name="Thanh Huynh" userId="980917a970b97f82" providerId="LiveId" clId="{2F7C71E0-3046-4A82-B3E9-84E3BA6A2924}" dt="2026-02-27T21:59:09.189" v="3071" actId="1076"/>
          <ac:grpSpMkLst>
            <pc:docMk/>
            <pc:sldMk cId="3288101558" sldId="264"/>
            <ac:grpSpMk id="3072" creationId="{3CB1E41F-B11C-0678-7316-3062C9B57946}"/>
          </ac:grpSpMkLst>
        </pc:grpChg>
        <pc:picChg chg="add mod">
          <ac:chgData name="Thanh Huynh" userId="980917a970b97f82" providerId="LiveId" clId="{2F7C71E0-3046-4A82-B3E9-84E3BA6A2924}" dt="2026-02-27T21:58:55.217" v="3070" actId="164"/>
          <ac:picMkLst>
            <pc:docMk/>
            <pc:sldMk cId="3288101558" sldId="264"/>
            <ac:picMk id="6" creationId="{FAA66320-99A4-6E41-BF7E-150A4AD55282}"/>
          </ac:picMkLst>
        </pc:picChg>
        <pc:picChg chg="add mod">
          <ac:chgData name="Thanh Huynh" userId="980917a970b97f82" providerId="LiveId" clId="{2F7C71E0-3046-4A82-B3E9-84E3BA6A2924}" dt="2026-02-27T21:16:42.121" v="2804" actId="164"/>
          <ac:picMkLst>
            <pc:docMk/>
            <pc:sldMk cId="3288101558" sldId="264"/>
            <ac:picMk id="8" creationId="{D39FBE7D-35C3-1306-B4D9-A98CFB9D5168}"/>
          </ac:picMkLst>
        </pc:picChg>
        <pc:picChg chg="add mod ord">
          <ac:chgData name="Thanh Huynh" userId="980917a970b97f82" providerId="LiveId" clId="{2F7C71E0-3046-4A82-B3E9-84E3BA6A2924}" dt="2026-02-27T21:16:42.121" v="2804" actId="164"/>
          <ac:picMkLst>
            <pc:docMk/>
            <pc:sldMk cId="3288101558" sldId="264"/>
            <ac:picMk id="9" creationId="{A68208F4-C2BE-D2C5-D2F0-CE8D822C77FB}"/>
          </ac:picMkLst>
        </pc:picChg>
        <pc:picChg chg="add mod">
          <ac:chgData name="Thanh Huynh" userId="980917a970b97f82" providerId="LiveId" clId="{2F7C71E0-3046-4A82-B3E9-84E3BA6A2924}" dt="2026-02-27T21:16:35.487" v="2803" actId="164"/>
          <ac:picMkLst>
            <pc:docMk/>
            <pc:sldMk cId="3288101558" sldId="264"/>
            <ac:picMk id="17" creationId="{87A20334-A80F-0599-7CD6-DAB91A2A9164}"/>
          </ac:picMkLst>
        </pc:picChg>
        <pc:picChg chg="add mod ord">
          <ac:chgData name="Thanh Huynh" userId="980917a970b97f82" providerId="LiveId" clId="{2F7C71E0-3046-4A82-B3E9-84E3BA6A2924}" dt="2026-02-27T21:16:35.487" v="2803" actId="164"/>
          <ac:picMkLst>
            <pc:docMk/>
            <pc:sldMk cId="3288101558" sldId="264"/>
            <ac:picMk id="22" creationId="{C519E7FF-CC33-768C-78F6-6827AA48CAED}"/>
          </ac:picMkLst>
        </pc:picChg>
        <pc:picChg chg="add mod">
          <ac:chgData name="Thanh Huynh" userId="980917a970b97f82" providerId="LiveId" clId="{2F7C71E0-3046-4A82-B3E9-84E3BA6A2924}" dt="2026-02-27T21:58:55.217" v="3070" actId="164"/>
          <ac:picMkLst>
            <pc:docMk/>
            <pc:sldMk cId="3288101558" sldId="264"/>
            <ac:picMk id="33" creationId="{AED6B493-0078-514E-6E45-9FF103D2F598}"/>
          </ac:picMkLst>
        </pc:picChg>
        <pc:picChg chg="add mod ord">
          <ac:chgData name="Thanh Huynh" userId="980917a970b97f82" providerId="LiveId" clId="{2F7C71E0-3046-4A82-B3E9-84E3BA6A2924}" dt="2026-02-27T21:58:55.217" v="3070" actId="164"/>
          <ac:picMkLst>
            <pc:docMk/>
            <pc:sldMk cId="3288101558" sldId="264"/>
            <ac:picMk id="34" creationId="{75050547-0E42-8FCF-837A-4EC6EF8ADD32}"/>
          </ac:picMkLst>
        </pc:picChg>
        <pc:picChg chg="add mod">
          <ac:chgData name="Thanh Huynh" userId="980917a970b97f82" providerId="LiveId" clId="{2F7C71E0-3046-4A82-B3E9-84E3BA6A2924}" dt="2026-02-27T21:46:33.263" v="2982" actId="207"/>
          <ac:picMkLst>
            <pc:docMk/>
            <pc:sldMk cId="3288101558" sldId="264"/>
            <ac:picMk id="48" creationId="{D36C0FAA-A430-FDD8-F7E7-246C0E3B15E6}"/>
          </ac:picMkLst>
        </pc:picChg>
        <pc:picChg chg="add mod">
          <ac:chgData name="Thanh Huynh" userId="980917a970b97f82" providerId="LiveId" clId="{2F7C71E0-3046-4A82-B3E9-84E3BA6A2924}" dt="2026-02-27T21:47:51.064" v="2991" actId="1076"/>
          <ac:picMkLst>
            <pc:docMk/>
            <pc:sldMk cId="3288101558" sldId="264"/>
            <ac:picMk id="50" creationId="{D4F0F081-46FA-7481-7C10-B62E1D2FEA00}"/>
          </ac:picMkLst>
        </pc:picChg>
        <pc:picChg chg="add mod">
          <ac:chgData name="Thanh Huynh" userId="980917a970b97f82" providerId="LiveId" clId="{2F7C71E0-3046-4A82-B3E9-84E3BA6A2924}" dt="2026-02-27T21:50:23.310" v="3017" actId="207"/>
          <ac:picMkLst>
            <pc:docMk/>
            <pc:sldMk cId="3288101558" sldId="264"/>
            <ac:picMk id="52" creationId="{CB0341BA-E4A4-F7A2-C0C0-BC1B8549F628}"/>
          </ac:picMkLst>
        </pc:picChg>
        <pc:picChg chg="add mod">
          <ac:chgData name="Thanh Huynh" userId="980917a970b97f82" providerId="LiveId" clId="{2F7C71E0-3046-4A82-B3E9-84E3BA6A2924}" dt="2026-02-27T21:52:27.951" v="3025" actId="1076"/>
          <ac:picMkLst>
            <pc:docMk/>
            <pc:sldMk cId="3288101558" sldId="264"/>
            <ac:picMk id="54" creationId="{0C6B384C-F7A0-2B41-0D55-D6A543ECCE55}"/>
          </ac:picMkLst>
        </pc:picChg>
        <pc:picChg chg="add mod">
          <ac:chgData name="Thanh Huynh" userId="980917a970b97f82" providerId="LiveId" clId="{2F7C71E0-3046-4A82-B3E9-84E3BA6A2924}" dt="2026-02-27T21:56:57.748" v="3060" actId="14861"/>
          <ac:picMkLst>
            <pc:docMk/>
            <pc:sldMk cId="3288101558" sldId="264"/>
            <ac:picMk id="56" creationId="{5F5A0338-7010-CD4B-4C4D-EF648801DEF4}"/>
          </ac:picMkLst>
        </pc:picChg>
        <pc:picChg chg="add mod">
          <ac:chgData name="Thanh Huynh" userId="980917a970b97f82" providerId="LiveId" clId="{2F7C71E0-3046-4A82-B3E9-84E3BA6A2924}" dt="2026-02-27T21:49:24.937" v="3010" actId="1076"/>
          <ac:picMkLst>
            <pc:docMk/>
            <pc:sldMk cId="3288101558" sldId="264"/>
            <ac:picMk id="3074" creationId="{D26E2819-833A-F225-281D-58DB530EDC23}"/>
          </ac:picMkLst>
        </pc:picChg>
        <pc:cxnChg chg="add mod">
          <ac:chgData name="Thanh Huynh" userId="980917a970b97f82" providerId="LiveId" clId="{2F7C71E0-3046-4A82-B3E9-84E3BA6A2924}" dt="2026-02-27T21:16:42.121" v="2804" actId="164"/>
          <ac:cxnSpMkLst>
            <pc:docMk/>
            <pc:sldMk cId="3288101558" sldId="264"/>
            <ac:cxnSpMk id="12" creationId="{163AEE1D-9980-07FD-7CDD-03D83118F748}"/>
          </ac:cxnSpMkLst>
        </pc:cxnChg>
        <pc:cxnChg chg="add del mod">
          <ac:chgData name="Thanh Huynh" userId="980917a970b97f82" providerId="LiveId" clId="{2F7C71E0-3046-4A82-B3E9-84E3BA6A2924}" dt="2026-02-27T21:12:57.121" v="2772" actId="478"/>
          <ac:cxnSpMkLst>
            <pc:docMk/>
            <pc:sldMk cId="3288101558" sldId="264"/>
            <ac:cxnSpMk id="15" creationId="{EB662744-49C1-0BE1-02B0-FF9D1ADABCA0}"/>
          </ac:cxnSpMkLst>
        </pc:cxnChg>
        <pc:cxnChg chg="add mod">
          <ac:chgData name="Thanh Huynh" userId="980917a970b97f82" providerId="LiveId" clId="{2F7C71E0-3046-4A82-B3E9-84E3BA6A2924}" dt="2026-02-27T21:16:42.121" v="2804" actId="164"/>
          <ac:cxnSpMkLst>
            <pc:docMk/>
            <pc:sldMk cId="3288101558" sldId="264"/>
            <ac:cxnSpMk id="19" creationId="{606270EF-DCB6-6825-D4F7-294B011CD9FD}"/>
          </ac:cxnSpMkLst>
        </pc:cxnChg>
        <pc:cxnChg chg="add del">
          <ac:chgData name="Thanh Huynh" userId="980917a970b97f82" providerId="LiveId" clId="{2F7C71E0-3046-4A82-B3E9-84E3BA6A2924}" dt="2026-02-27T21:17:20.756" v="2807" actId="478"/>
          <ac:cxnSpMkLst>
            <pc:docMk/>
            <pc:sldMk cId="3288101558" sldId="264"/>
            <ac:cxnSpMk id="27" creationId="{9D817B1B-E89D-4142-8939-68A615A905F2}"/>
          </ac:cxnSpMkLst>
        </pc:cxnChg>
      </pc:sldChg>
      <pc:sldChg chg="addSp delSp modSp del mod">
        <pc:chgData name="Thanh Huynh" userId="980917a970b97f82" providerId="LiveId" clId="{2F7C71E0-3046-4A82-B3E9-84E3BA6A2924}" dt="2026-02-28T06:15:32.467" v="4471" actId="2696"/>
        <pc:sldMkLst>
          <pc:docMk/>
          <pc:sldMk cId="4008387317" sldId="265"/>
        </pc:sldMkLst>
      </pc:sldChg>
      <pc:sldChg chg="addSp delSp modSp add mod modNotesTx">
        <pc:chgData name="Thanh Huynh" userId="980917a970b97f82" providerId="LiveId" clId="{2F7C71E0-3046-4A82-B3E9-84E3BA6A2924}" dt="2026-02-28T18:28:42.144" v="6805" actId="166"/>
        <pc:sldMkLst>
          <pc:docMk/>
          <pc:sldMk cId="2697260524" sldId="266"/>
        </pc:sldMkLst>
        <pc:spChg chg="add mod ord">
          <ac:chgData name="Thanh Huynh" userId="980917a970b97f82" providerId="LiveId" clId="{2F7C71E0-3046-4A82-B3E9-84E3BA6A2924}" dt="2026-02-28T18:28:12.051" v="6802" actId="14100"/>
          <ac:spMkLst>
            <pc:docMk/>
            <pc:sldMk cId="2697260524" sldId="266"/>
            <ac:spMk id="12" creationId="{00BC03EF-BD4E-2AAF-C4F5-281174774AB2}"/>
          </ac:spMkLst>
        </pc:spChg>
        <pc:spChg chg="add mod ord">
          <ac:chgData name="Thanh Huynh" userId="980917a970b97f82" providerId="LiveId" clId="{2F7C71E0-3046-4A82-B3E9-84E3BA6A2924}" dt="2026-02-28T18:28:26.035" v="6804" actId="166"/>
          <ac:spMkLst>
            <pc:docMk/>
            <pc:sldMk cId="2697260524" sldId="266"/>
            <ac:spMk id="13" creationId="{80D30EF7-BE4A-FD25-82DB-F41964C38B34}"/>
          </ac:spMkLst>
        </pc:spChg>
        <pc:spChg chg="add mod">
          <ac:chgData name="Thanh Huynh" userId="980917a970b97f82" providerId="LiveId" clId="{2F7C71E0-3046-4A82-B3E9-84E3BA6A2924}" dt="2026-02-27T17:45:42.713" v="2024" actId="1076"/>
          <ac:spMkLst>
            <pc:docMk/>
            <pc:sldMk cId="2697260524" sldId="266"/>
            <ac:spMk id="15" creationId="{C087B840-2922-DB71-5E22-000CDD6C1EA6}"/>
          </ac:spMkLst>
        </pc:spChg>
        <pc:spChg chg="add mod">
          <ac:chgData name="Thanh Huynh" userId="980917a970b97f82" providerId="LiveId" clId="{2F7C71E0-3046-4A82-B3E9-84E3BA6A2924}" dt="2026-02-27T17:46:08.196" v="2026" actId="14100"/>
          <ac:spMkLst>
            <pc:docMk/>
            <pc:sldMk cId="2697260524" sldId="266"/>
            <ac:spMk id="16" creationId="{BF886699-81AB-0F4E-0587-66D763AD5DEB}"/>
          </ac:spMkLst>
        </pc:spChg>
        <pc:grpChg chg="add mod ord">
          <ac:chgData name="Thanh Huynh" userId="980917a970b97f82" providerId="LiveId" clId="{2F7C71E0-3046-4A82-B3E9-84E3BA6A2924}" dt="2026-02-28T18:28:42.144" v="6805" actId="166"/>
          <ac:grpSpMkLst>
            <pc:docMk/>
            <pc:sldMk cId="2697260524" sldId="266"/>
            <ac:grpSpMk id="2" creationId="{0AF345F3-E46E-68BE-29A8-C51708E78638}"/>
          </ac:grpSpMkLst>
        </pc:grpChg>
        <pc:picChg chg="add mod ord">
          <ac:chgData name="Thanh Huynh" userId="980917a970b97f82" providerId="LiveId" clId="{2F7C71E0-3046-4A82-B3E9-84E3BA6A2924}" dt="2026-02-28T18:27:44.121" v="6741" actId="1076"/>
          <ac:picMkLst>
            <pc:docMk/>
            <pc:sldMk cId="2697260524" sldId="266"/>
            <ac:picMk id="10" creationId="{CAF5EB75-20CD-75C2-3FF6-75343CF9EFA4}"/>
          </ac:picMkLst>
        </pc:picChg>
      </pc:sldChg>
      <pc:sldChg chg="addSp delSp modSp add mod modNotesTx">
        <pc:chgData name="Thanh Huynh" userId="980917a970b97f82" providerId="LiveId" clId="{2F7C71E0-3046-4A82-B3E9-84E3BA6A2924}" dt="2026-02-28T16:14:54.288" v="6064" actId="693"/>
        <pc:sldMkLst>
          <pc:docMk/>
          <pc:sldMk cId="1489078122" sldId="267"/>
        </pc:sldMkLst>
        <pc:spChg chg="mod">
          <ac:chgData name="Thanh Huynh" userId="980917a970b97f82" providerId="LiveId" clId="{2F7C71E0-3046-4A82-B3E9-84E3BA6A2924}" dt="2026-02-28T15:18:17.119" v="5758" actId="114"/>
          <ac:spMkLst>
            <pc:docMk/>
            <pc:sldMk cId="1489078122" sldId="267"/>
            <ac:spMk id="2" creationId="{8BDFB830-022E-66AB-8FBE-BC10017BFE8B}"/>
          </ac:spMkLst>
        </pc:spChg>
        <pc:spChg chg="add mod ord">
          <ac:chgData name="Thanh Huynh" userId="980917a970b97f82" providerId="LiveId" clId="{2F7C71E0-3046-4A82-B3E9-84E3BA6A2924}" dt="2026-02-25T04:00:14.899" v="1547" actId="207"/>
          <ac:spMkLst>
            <pc:docMk/>
            <pc:sldMk cId="1489078122" sldId="267"/>
            <ac:spMk id="3" creationId="{B40BD980-CD2B-A73A-4C3F-E6C1B25C07E0}"/>
          </ac:spMkLst>
        </pc:spChg>
        <pc:spChg chg="add mod topLvl">
          <ac:chgData name="Thanh Huynh" userId="980917a970b97f82" providerId="LiveId" clId="{2F7C71E0-3046-4A82-B3E9-84E3BA6A2924}" dt="2026-02-25T04:24:37.179" v="1607"/>
          <ac:spMkLst>
            <pc:docMk/>
            <pc:sldMk cId="1489078122" sldId="267"/>
            <ac:spMk id="12" creationId="{DF877787-6665-9BCF-2C2E-75990E9DC42C}"/>
          </ac:spMkLst>
        </pc:spChg>
        <pc:spChg chg="add mod">
          <ac:chgData name="Thanh Huynh" userId="980917a970b97f82" providerId="LiveId" clId="{2F7C71E0-3046-4A82-B3E9-84E3BA6A2924}" dt="2026-02-24T03:02:44.611" v="971" actId="164"/>
          <ac:spMkLst>
            <pc:docMk/>
            <pc:sldMk cId="1489078122" sldId="267"/>
            <ac:spMk id="13" creationId="{32F2EB16-7808-621F-F620-6248AFDAA42C}"/>
          </ac:spMkLst>
        </pc:spChg>
        <pc:spChg chg="add mod">
          <ac:chgData name="Thanh Huynh" userId="980917a970b97f82" providerId="LiveId" clId="{2F7C71E0-3046-4A82-B3E9-84E3BA6A2924}" dt="2026-02-24T03:02:44.611" v="971" actId="164"/>
          <ac:spMkLst>
            <pc:docMk/>
            <pc:sldMk cId="1489078122" sldId="267"/>
            <ac:spMk id="16" creationId="{5DA48E24-D2D6-474E-0184-DF2C9719049E}"/>
          </ac:spMkLst>
        </pc:spChg>
        <pc:spChg chg="add mod">
          <ac:chgData name="Thanh Huynh" userId="980917a970b97f82" providerId="LiveId" clId="{2F7C71E0-3046-4A82-B3E9-84E3BA6A2924}" dt="2026-02-25T04:24:23.837" v="1606"/>
          <ac:spMkLst>
            <pc:docMk/>
            <pc:sldMk cId="1489078122" sldId="267"/>
            <ac:spMk id="17" creationId="{7894F31A-C2AA-ECDE-59BC-E176CEF27A34}"/>
          </ac:spMkLst>
        </pc:spChg>
        <pc:spChg chg="add mod">
          <ac:chgData name="Thanh Huynh" userId="980917a970b97f82" providerId="LiveId" clId="{2F7C71E0-3046-4A82-B3E9-84E3BA6A2924}" dt="2026-02-24T03:07:14.134" v="995" actId="164"/>
          <ac:spMkLst>
            <pc:docMk/>
            <pc:sldMk cId="1489078122" sldId="267"/>
            <ac:spMk id="20" creationId="{1B296DA2-1E20-B620-D093-4DE89203027A}"/>
          </ac:spMkLst>
        </pc:spChg>
        <pc:spChg chg="add mod">
          <ac:chgData name="Thanh Huynh" userId="980917a970b97f82" providerId="LiveId" clId="{2F7C71E0-3046-4A82-B3E9-84E3BA6A2924}" dt="2026-02-24T03:07:37.873" v="999" actId="164"/>
          <ac:spMkLst>
            <pc:docMk/>
            <pc:sldMk cId="1489078122" sldId="267"/>
            <ac:spMk id="21" creationId="{93BC5518-9112-A983-ED63-458C1BEC1358}"/>
          </ac:spMkLst>
        </pc:spChg>
        <pc:spChg chg="add mod">
          <ac:chgData name="Thanh Huynh" userId="980917a970b97f82" providerId="LiveId" clId="{2F7C71E0-3046-4A82-B3E9-84E3BA6A2924}" dt="2026-02-28T07:27:26.796" v="5471" actId="14861"/>
          <ac:spMkLst>
            <pc:docMk/>
            <pc:sldMk cId="1489078122" sldId="267"/>
            <ac:spMk id="22" creationId="{5AF49911-8FFA-3715-6AAD-246328AA4FC7}"/>
          </ac:spMkLst>
        </pc:spChg>
        <pc:spChg chg="add mod">
          <ac:chgData name="Thanh Huynh" userId="980917a970b97f82" providerId="LiveId" clId="{2F7C71E0-3046-4A82-B3E9-84E3BA6A2924}" dt="2026-02-27T17:46:49.345" v="2029"/>
          <ac:spMkLst>
            <pc:docMk/>
            <pc:sldMk cId="1489078122" sldId="267"/>
            <ac:spMk id="27" creationId="{9AFCD61C-3086-2334-855B-9F4A361A77E8}"/>
          </ac:spMkLst>
        </pc:spChg>
        <pc:spChg chg="add mod">
          <ac:chgData name="Thanh Huynh" userId="980917a970b97f82" providerId="LiveId" clId="{2F7C71E0-3046-4A82-B3E9-84E3BA6A2924}" dt="2026-02-27T17:47:17.720" v="2032"/>
          <ac:spMkLst>
            <pc:docMk/>
            <pc:sldMk cId="1489078122" sldId="267"/>
            <ac:spMk id="28" creationId="{40DAD750-6C74-BB03-B8BF-632A2408B9F2}"/>
          </ac:spMkLst>
        </pc:spChg>
        <pc:spChg chg="add mod">
          <ac:chgData name="Thanh Huynh" userId="980917a970b97f82" providerId="LiveId" clId="{2F7C71E0-3046-4A82-B3E9-84E3BA6A2924}" dt="2026-02-27T17:47:51.504" v="2036"/>
          <ac:spMkLst>
            <pc:docMk/>
            <pc:sldMk cId="1489078122" sldId="267"/>
            <ac:spMk id="35" creationId="{A087AB17-A553-D418-4C35-23DE28183EF9}"/>
          </ac:spMkLst>
        </pc:spChg>
        <pc:grpChg chg="add mod">
          <ac:chgData name="Thanh Huynh" userId="980917a970b97f82" providerId="LiveId" clId="{2F7C71E0-3046-4A82-B3E9-84E3BA6A2924}" dt="2026-02-24T03:06:02.908" v="988" actId="1076"/>
          <ac:grpSpMkLst>
            <pc:docMk/>
            <pc:sldMk cId="1489078122" sldId="267"/>
            <ac:grpSpMk id="36" creationId="{9D8FC302-FB64-5863-E5A5-32865D9D7312}"/>
          </ac:grpSpMkLst>
        </pc:grpChg>
        <pc:grpChg chg="add mod">
          <ac:chgData name="Thanh Huynh" userId="980917a970b97f82" providerId="LiveId" clId="{2F7C71E0-3046-4A82-B3E9-84E3BA6A2924}" dt="2026-02-24T03:07:26.931" v="997" actId="164"/>
          <ac:grpSpMkLst>
            <pc:docMk/>
            <pc:sldMk cId="1489078122" sldId="267"/>
            <ac:grpSpMk id="38" creationId="{12AB04D3-5ED5-549B-E19A-783D7FA08523}"/>
          </ac:grpSpMkLst>
        </pc:grpChg>
        <pc:grpChg chg="add mod">
          <ac:chgData name="Thanh Huynh" userId="980917a970b97f82" providerId="LiveId" clId="{2F7C71E0-3046-4A82-B3E9-84E3BA6A2924}" dt="2026-02-25T04:38:45.048" v="1682" actId="1076"/>
          <ac:grpSpMkLst>
            <pc:docMk/>
            <pc:sldMk cId="1489078122" sldId="267"/>
            <ac:grpSpMk id="39" creationId="{7BA1006D-0B2F-B2EC-E20B-4DCB85A9F0BF}"/>
          </ac:grpSpMkLst>
        </pc:grpChg>
        <pc:grpChg chg="add mod">
          <ac:chgData name="Thanh Huynh" userId="980917a970b97f82" providerId="LiveId" clId="{2F7C71E0-3046-4A82-B3E9-84E3BA6A2924}" dt="2026-02-25T04:38:45.048" v="1682" actId="1076"/>
          <ac:grpSpMkLst>
            <pc:docMk/>
            <pc:sldMk cId="1489078122" sldId="267"/>
            <ac:grpSpMk id="40" creationId="{D254BF9E-4DBF-56E2-7E82-1DBDBF34BDC9}"/>
          </ac:grpSpMkLst>
        </pc:grpChg>
        <pc:grpChg chg="add mod">
          <ac:chgData name="Thanh Huynh" userId="980917a970b97f82" providerId="LiveId" clId="{2F7C71E0-3046-4A82-B3E9-84E3BA6A2924}" dt="2026-02-25T04:38:45.048" v="1682" actId="1076"/>
          <ac:grpSpMkLst>
            <pc:docMk/>
            <pc:sldMk cId="1489078122" sldId="267"/>
            <ac:grpSpMk id="41" creationId="{4BE7EE80-03BA-F292-2590-72D1A6D27FE0}"/>
          </ac:grpSpMkLst>
        </pc:grpChg>
        <pc:picChg chg="mod ord modCrop">
          <ac:chgData name="Thanh Huynh" userId="980917a970b97f82" providerId="LiveId" clId="{2F7C71E0-3046-4A82-B3E9-84E3BA6A2924}" dt="2026-02-25T03:59:56.730" v="1545" actId="167"/>
          <ac:picMkLst>
            <pc:docMk/>
            <pc:sldMk cId="1489078122" sldId="267"/>
            <ac:picMk id="5" creationId="{853B83D2-6D1E-7672-C490-9F80E356A602}"/>
          </ac:picMkLst>
        </pc:picChg>
        <pc:picChg chg="add mod ord">
          <ac:chgData name="Thanh Huynh" userId="980917a970b97f82" providerId="LiveId" clId="{2F7C71E0-3046-4A82-B3E9-84E3BA6A2924}" dt="2026-02-24T03:07:26.931" v="997" actId="164"/>
          <ac:picMkLst>
            <pc:docMk/>
            <pc:sldMk cId="1489078122" sldId="267"/>
            <ac:picMk id="24" creationId="{88A19262-9E98-E684-6226-DF2C18E73008}"/>
          </ac:picMkLst>
        </pc:picChg>
        <pc:picChg chg="add mod">
          <ac:chgData name="Thanh Huynh" userId="980917a970b97f82" providerId="LiveId" clId="{2F7C71E0-3046-4A82-B3E9-84E3BA6A2924}" dt="2026-02-28T07:27:01.325" v="5469" actId="208"/>
          <ac:picMkLst>
            <pc:docMk/>
            <pc:sldMk cId="1489078122" sldId="267"/>
            <ac:picMk id="26" creationId="{CCF6A14B-C781-7138-806F-991726DDEB70}"/>
          </ac:picMkLst>
        </pc:picChg>
        <pc:picChg chg="add mod">
          <ac:chgData name="Thanh Huynh" userId="980917a970b97f82" providerId="LiveId" clId="{2F7C71E0-3046-4A82-B3E9-84E3BA6A2924}" dt="2026-02-28T07:27:13.231" v="5470" actId="14861"/>
          <ac:picMkLst>
            <pc:docMk/>
            <pc:sldMk cId="1489078122" sldId="267"/>
            <ac:picMk id="32" creationId="{8E0E02B4-5691-9FF9-D54C-011A611C8E3F}"/>
          </ac:picMkLst>
        </pc:picChg>
        <pc:picChg chg="add mod">
          <ac:chgData name="Thanh Huynh" userId="980917a970b97f82" providerId="LiveId" clId="{2F7C71E0-3046-4A82-B3E9-84E3BA6A2924}" dt="2026-02-28T07:27:40.978" v="5472" actId="14861"/>
          <ac:picMkLst>
            <pc:docMk/>
            <pc:sldMk cId="1489078122" sldId="267"/>
            <ac:picMk id="34" creationId="{3BBF9759-9B6D-8C62-6C62-0F6BF7958E4B}"/>
          </ac:picMkLst>
        </pc:picChg>
        <pc:cxnChg chg="add mod">
          <ac:chgData name="Thanh Huynh" userId="980917a970b97f82" providerId="LiveId" clId="{2F7C71E0-3046-4A82-B3E9-84E3BA6A2924}" dt="2026-02-28T15:37:31.278" v="6060" actId="14861"/>
          <ac:cxnSpMkLst>
            <pc:docMk/>
            <pc:sldMk cId="1489078122" sldId="267"/>
            <ac:cxnSpMk id="4" creationId="{5074C5C5-54EA-C7C0-70B6-81E0A3E87E47}"/>
          </ac:cxnSpMkLst>
        </pc:cxnChg>
        <pc:cxnChg chg="add mod">
          <ac:chgData name="Thanh Huynh" userId="980917a970b97f82" providerId="LiveId" clId="{2F7C71E0-3046-4A82-B3E9-84E3BA6A2924}" dt="2026-02-28T16:14:54.288" v="6064" actId="693"/>
          <ac:cxnSpMkLst>
            <pc:docMk/>
            <pc:sldMk cId="1489078122" sldId="267"/>
            <ac:cxnSpMk id="7" creationId="{AC49BDE6-DC62-3F8E-5005-2C86C7F44373}"/>
          </ac:cxnSpMkLst>
        </pc:cxnChg>
      </pc:sldChg>
      <pc:sldChg chg="addSp delSp modSp new del mod modNotesTx">
        <pc:chgData name="Thanh Huynh" userId="980917a970b97f82" providerId="LiveId" clId="{2F7C71E0-3046-4A82-B3E9-84E3BA6A2924}" dt="2026-02-28T07:22:48.645" v="5447" actId="2696"/>
        <pc:sldMkLst>
          <pc:docMk/>
          <pc:sldMk cId="3251947660" sldId="268"/>
        </pc:sldMkLst>
        <pc:spChg chg="mod">
          <ac:chgData name="Thanh Huynh" userId="980917a970b97f82" providerId="LiveId" clId="{2F7C71E0-3046-4A82-B3E9-84E3BA6A2924}" dt="2026-02-28T05:51:42.143" v="4215" actId="14100"/>
          <ac:spMkLst>
            <pc:docMk/>
            <pc:sldMk cId="3251947660" sldId="268"/>
            <ac:spMk id="2" creationId="{0A45BC77-F4EA-50E4-24C3-ADEBB192CA34}"/>
          </ac:spMkLst>
        </pc:spChg>
        <pc:spChg chg="del">
          <ac:chgData name="Thanh Huynh" userId="980917a970b97f82" providerId="LiveId" clId="{2F7C71E0-3046-4A82-B3E9-84E3BA6A2924}" dt="2026-02-28T05:22:32.914" v="3790" actId="478"/>
          <ac:spMkLst>
            <pc:docMk/>
            <pc:sldMk cId="3251947660" sldId="268"/>
            <ac:spMk id="3" creationId="{ECEBD7B4-40A1-6B36-F1AA-DC4630B44018}"/>
          </ac:spMkLst>
        </pc:spChg>
        <pc:spChg chg="add mod">
          <ac:chgData name="Thanh Huynh" userId="980917a970b97f82" providerId="LiveId" clId="{2F7C71E0-3046-4A82-B3E9-84E3BA6A2924}" dt="2026-02-28T06:56:31.469" v="4994" actId="20577"/>
          <ac:spMkLst>
            <pc:docMk/>
            <pc:sldMk cId="3251947660" sldId="268"/>
            <ac:spMk id="3" creationId="{F9244DCC-3D8E-FBF5-65D0-967C00A274F4}"/>
          </ac:spMkLst>
        </pc:spChg>
        <pc:spChg chg="add del mod">
          <ac:chgData name="Thanh Huynh" userId="980917a970b97f82" providerId="LiveId" clId="{2F7C71E0-3046-4A82-B3E9-84E3BA6A2924}" dt="2026-02-28T06:30:17.611" v="4488" actId="478"/>
          <ac:spMkLst>
            <pc:docMk/>
            <pc:sldMk cId="3251947660" sldId="268"/>
            <ac:spMk id="4" creationId="{FE7C26A9-2AB8-FFB2-4F49-606902F6BFF3}"/>
          </ac:spMkLst>
        </pc:spChg>
        <pc:spChg chg="add del mod">
          <ac:chgData name="Thanh Huynh" userId="980917a970b97f82" providerId="LiveId" clId="{2F7C71E0-3046-4A82-B3E9-84E3BA6A2924}" dt="2026-02-28T06:30:17.611" v="4488" actId="478"/>
          <ac:spMkLst>
            <pc:docMk/>
            <pc:sldMk cId="3251947660" sldId="268"/>
            <ac:spMk id="5" creationId="{E64A7EB1-7D81-2BFD-B366-CC39ADE229FC}"/>
          </ac:spMkLst>
        </pc:spChg>
        <pc:spChg chg="add del mod">
          <ac:chgData name="Thanh Huynh" userId="980917a970b97f82" providerId="LiveId" clId="{2F7C71E0-3046-4A82-B3E9-84E3BA6A2924}" dt="2026-02-28T06:30:17.611" v="4488" actId="478"/>
          <ac:spMkLst>
            <pc:docMk/>
            <pc:sldMk cId="3251947660" sldId="268"/>
            <ac:spMk id="6" creationId="{A1631218-056F-3C99-8BE0-47D9D0432D96}"/>
          </ac:spMkLst>
        </pc:spChg>
        <pc:spChg chg="add del mod">
          <ac:chgData name="Thanh Huynh" userId="980917a970b97f82" providerId="LiveId" clId="{2F7C71E0-3046-4A82-B3E9-84E3BA6A2924}" dt="2026-02-28T06:30:17.611" v="4488" actId="478"/>
          <ac:spMkLst>
            <pc:docMk/>
            <pc:sldMk cId="3251947660" sldId="268"/>
            <ac:spMk id="7" creationId="{10B8DE5C-E9F2-2658-267D-C546F41AE0BD}"/>
          </ac:spMkLst>
        </pc:spChg>
        <pc:spChg chg="add mod">
          <ac:chgData name="Thanh Huynh" userId="980917a970b97f82" providerId="LiveId" clId="{2F7C71E0-3046-4A82-B3E9-84E3BA6A2924}" dt="2026-02-28T06:40:16.659" v="4829" actId="1076"/>
          <ac:spMkLst>
            <pc:docMk/>
            <pc:sldMk cId="3251947660" sldId="268"/>
            <ac:spMk id="8" creationId="{D9B4B8FE-C092-6952-DC87-5EFCF2C25C65}"/>
          </ac:spMkLst>
        </pc:spChg>
        <pc:spChg chg="add mod">
          <ac:chgData name="Thanh Huynh" userId="980917a970b97f82" providerId="LiveId" clId="{2F7C71E0-3046-4A82-B3E9-84E3BA6A2924}" dt="2026-02-28T06:30:47.030" v="4491" actId="1076"/>
          <ac:spMkLst>
            <pc:docMk/>
            <pc:sldMk cId="3251947660" sldId="268"/>
            <ac:spMk id="10" creationId="{82156BC3-82F7-CEDA-26F7-84295AD884F1}"/>
          </ac:spMkLst>
        </pc:spChg>
        <pc:spChg chg="add mod">
          <ac:chgData name="Thanh Huynh" userId="980917a970b97f82" providerId="LiveId" clId="{2F7C71E0-3046-4A82-B3E9-84E3BA6A2924}" dt="2026-02-28T06:45:22.296" v="4877" actId="14100"/>
          <ac:spMkLst>
            <pc:docMk/>
            <pc:sldMk cId="3251947660" sldId="268"/>
            <ac:spMk id="11" creationId="{DDE706A1-6411-8F08-F023-F7B57F03F2F3}"/>
          </ac:spMkLst>
        </pc:spChg>
        <pc:spChg chg="add mod">
          <ac:chgData name="Thanh Huynh" userId="980917a970b97f82" providerId="LiveId" clId="{2F7C71E0-3046-4A82-B3E9-84E3BA6A2924}" dt="2026-02-28T06:32:15.253" v="4493" actId="1076"/>
          <ac:spMkLst>
            <pc:docMk/>
            <pc:sldMk cId="3251947660" sldId="268"/>
            <ac:spMk id="12" creationId="{40A7DA67-CFCF-15F2-5DA4-676CD2716E0A}"/>
          </ac:spMkLst>
        </pc:spChg>
        <pc:spChg chg="add mod">
          <ac:chgData name="Thanh Huynh" userId="980917a970b97f82" providerId="LiveId" clId="{2F7C71E0-3046-4A82-B3E9-84E3BA6A2924}" dt="2026-02-28T05:38:22.644" v="4031"/>
          <ac:spMkLst>
            <pc:docMk/>
            <pc:sldMk cId="3251947660" sldId="268"/>
            <ac:spMk id="13" creationId="{DB3ED19C-1AA9-136D-CDDA-9FFE3B8FDE01}"/>
          </ac:spMkLst>
        </pc:spChg>
        <pc:spChg chg="add mod">
          <ac:chgData name="Thanh Huynh" userId="980917a970b97f82" providerId="LiveId" clId="{2F7C71E0-3046-4A82-B3E9-84E3BA6A2924}" dt="2026-02-28T05:38:22.644" v="4031"/>
          <ac:spMkLst>
            <pc:docMk/>
            <pc:sldMk cId="3251947660" sldId="268"/>
            <ac:spMk id="14" creationId="{68167357-343F-C0C0-AE94-3183BC389095}"/>
          </ac:spMkLst>
        </pc:spChg>
        <pc:spChg chg="add mod">
          <ac:chgData name="Thanh Huynh" userId="980917a970b97f82" providerId="LiveId" clId="{2F7C71E0-3046-4A82-B3E9-84E3BA6A2924}" dt="2026-02-28T06:30:33.499" v="4490" actId="1076"/>
          <ac:spMkLst>
            <pc:docMk/>
            <pc:sldMk cId="3251947660" sldId="268"/>
            <ac:spMk id="15" creationId="{2E190841-1A42-F6AE-7AE6-16FB1A8CCCD0}"/>
          </ac:spMkLst>
        </pc:spChg>
        <pc:spChg chg="add mod">
          <ac:chgData name="Thanh Huynh" userId="980917a970b97f82" providerId="LiveId" clId="{2F7C71E0-3046-4A82-B3E9-84E3BA6A2924}" dt="2026-02-28T06:30:47.030" v="4491" actId="1076"/>
          <ac:spMkLst>
            <pc:docMk/>
            <pc:sldMk cId="3251947660" sldId="268"/>
            <ac:spMk id="16" creationId="{B2152F6B-7241-D511-E243-8C72CD9DAA40}"/>
          </ac:spMkLst>
        </pc:spChg>
        <pc:spChg chg="add mod">
          <ac:chgData name="Thanh Huynh" userId="980917a970b97f82" providerId="LiveId" clId="{2F7C71E0-3046-4A82-B3E9-84E3BA6A2924}" dt="2026-02-28T06:32:15.253" v="4493" actId="1076"/>
          <ac:spMkLst>
            <pc:docMk/>
            <pc:sldMk cId="3251947660" sldId="268"/>
            <ac:spMk id="17" creationId="{7B03B336-4A24-3DC2-E4C4-EC3A9DD6DA2C}"/>
          </ac:spMkLst>
        </pc:spChg>
        <pc:spChg chg="add mod">
          <ac:chgData name="Thanh Huynh" userId="980917a970b97f82" providerId="LiveId" clId="{2F7C71E0-3046-4A82-B3E9-84E3BA6A2924}" dt="2026-02-28T06:30:47.030" v="4491" actId="1076"/>
          <ac:spMkLst>
            <pc:docMk/>
            <pc:sldMk cId="3251947660" sldId="268"/>
            <ac:spMk id="18" creationId="{F6B480AF-31AE-7211-EE35-8013DF29C3FF}"/>
          </ac:spMkLst>
        </pc:spChg>
        <pc:spChg chg="add mod">
          <ac:chgData name="Thanh Huynh" userId="980917a970b97f82" providerId="LiveId" clId="{2F7C71E0-3046-4A82-B3E9-84E3BA6A2924}" dt="2026-02-28T06:30:47.030" v="4491" actId="1076"/>
          <ac:spMkLst>
            <pc:docMk/>
            <pc:sldMk cId="3251947660" sldId="268"/>
            <ac:spMk id="19" creationId="{0949BCE7-F5AB-CCE0-3C3A-4C8435689215}"/>
          </ac:spMkLst>
        </pc:spChg>
        <pc:spChg chg="add mod">
          <ac:chgData name="Thanh Huynh" userId="980917a970b97f82" providerId="LiveId" clId="{2F7C71E0-3046-4A82-B3E9-84E3BA6A2924}" dt="2026-02-28T06:32:15.253" v="4493" actId="1076"/>
          <ac:spMkLst>
            <pc:docMk/>
            <pc:sldMk cId="3251947660" sldId="268"/>
            <ac:spMk id="20" creationId="{668A5905-4356-0E7B-F5BD-85AACF86E6B8}"/>
          </ac:spMkLst>
        </pc:spChg>
        <pc:spChg chg="add mod">
          <ac:chgData name="Thanh Huynh" userId="980917a970b97f82" providerId="LiveId" clId="{2F7C71E0-3046-4A82-B3E9-84E3BA6A2924}" dt="2026-02-28T06:30:47.030" v="4491" actId="1076"/>
          <ac:spMkLst>
            <pc:docMk/>
            <pc:sldMk cId="3251947660" sldId="268"/>
            <ac:spMk id="21" creationId="{B1E34F4B-54E7-5590-57C9-3C1BBDF1F098}"/>
          </ac:spMkLst>
        </pc:spChg>
        <pc:spChg chg="add mod">
          <ac:chgData name="Thanh Huynh" userId="980917a970b97f82" providerId="LiveId" clId="{2F7C71E0-3046-4A82-B3E9-84E3BA6A2924}" dt="2026-02-28T06:30:47.030" v="4491" actId="1076"/>
          <ac:spMkLst>
            <pc:docMk/>
            <pc:sldMk cId="3251947660" sldId="268"/>
            <ac:spMk id="22" creationId="{E77D188A-5CF1-C1E4-AD63-1BA4FF9A0B31}"/>
          </ac:spMkLst>
        </pc:spChg>
        <pc:spChg chg="add mod">
          <ac:chgData name="Thanh Huynh" userId="980917a970b97f82" providerId="LiveId" clId="{2F7C71E0-3046-4A82-B3E9-84E3BA6A2924}" dt="2026-02-28T06:32:15.253" v="4493" actId="1076"/>
          <ac:spMkLst>
            <pc:docMk/>
            <pc:sldMk cId="3251947660" sldId="268"/>
            <ac:spMk id="23" creationId="{BC3492A7-933F-56A3-C6E6-65C0E605FB71}"/>
          </ac:spMkLst>
        </pc:spChg>
        <pc:spChg chg="add mod">
          <ac:chgData name="Thanh Huynh" userId="980917a970b97f82" providerId="LiveId" clId="{2F7C71E0-3046-4A82-B3E9-84E3BA6A2924}" dt="2026-02-28T06:11:14.217" v="4441" actId="1076"/>
          <ac:spMkLst>
            <pc:docMk/>
            <pc:sldMk cId="3251947660" sldId="268"/>
            <ac:spMk id="34" creationId="{CB6F058D-F479-3137-418C-2AF2C20DDEA3}"/>
          </ac:spMkLst>
        </pc:spChg>
        <pc:spChg chg="add mod">
          <ac:chgData name="Thanh Huynh" userId="980917a970b97f82" providerId="LiveId" clId="{2F7C71E0-3046-4A82-B3E9-84E3BA6A2924}" dt="2026-02-28T06:12:34.014" v="4449" actId="2711"/>
          <ac:spMkLst>
            <pc:docMk/>
            <pc:sldMk cId="3251947660" sldId="268"/>
            <ac:spMk id="35" creationId="{F30C0157-476E-551B-AB5B-2B756722BF67}"/>
          </ac:spMkLst>
        </pc:spChg>
        <pc:spChg chg="add mod">
          <ac:chgData name="Thanh Huynh" userId="980917a970b97f82" providerId="LiveId" clId="{2F7C71E0-3046-4A82-B3E9-84E3BA6A2924}" dt="2026-02-28T06:12:04.437" v="4446" actId="14100"/>
          <ac:spMkLst>
            <pc:docMk/>
            <pc:sldMk cId="3251947660" sldId="268"/>
            <ac:spMk id="36" creationId="{BB60C5E6-AA5E-9B34-D23B-A8367C365ECB}"/>
          </ac:spMkLst>
        </pc:spChg>
        <pc:spChg chg="add mod">
          <ac:chgData name="Thanh Huynh" userId="980917a970b97f82" providerId="LiveId" clId="{2F7C71E0-3046-4A82-B3E9-84E3BA6A2924}" dt="2026-02-28T06:13:51" v="4460" actId="14100"/>
          <ac:spMkLst>
            <pc:docMk/>
            <pc:sldMk cId="3251947660" sldId="268"/>
            <ac:spMk id="37" creationId="{873F629D-7F59-9E34-589A-52C03719357B}"/>
          </ac:spMkLst>
        </pc:spChg>
        <pc:spChg chg="add mod">
          <ac:chgData name="Thanh Huynh" userId="980917a970b97f82" providerId="LiveId" clId="{2F7C71E0-3046-4A82-B3E9-84E3BA6A2924}" dt="2026-02-28T06:13:23.939" v="4455" actId="14100"/>
          <ac:spMkLst>
            <pc:docMk/>
            <pc:sldMk cId="3251947660" sldId="268"/>
            <ac:spMk id="38" creationId="{9E5591B9-FE0E-663E-554F-24BC6283703E}"/>
          </ac:spMkLst>
        </pc:spChg>
        <pc:spChg chg="add mod">
          <ac:chgData name="Thanh Huynh" userId="980917a970b97f82" providerId="LiveId" clId="{2F7C71E0-3046-4A82-B3E9-84E3BA6A2924}" dt="2026-02-28T06:13:58.767" v="4462" actId="14100"/>
          <ac:spMkLst>
            <pc:docMk/>
            <pc:sldMk cId="3251947660" sldId="268"/>
            <ac:spMk id="39" creationId="{3C76B0EC-5A79-0872-09B4-74234C366BF5}"/>
          </ac:spMkLst>
        </pc:spChg>
        <pc:spChg chg="add mod">
          <ac:chgData name="Thanh Huynh" userId="980917a970b97f82" providerId="LiveId" clId="{2F7C71E0-3046-4A82-B3E9-84E3BA6A2924}" dt="2026-02-28T06:14:24.755" v="4466" actId="14100"/>
          <ac:spMkLst>
            <pc:docMk/>
            <pc:sldMk cId="3251947660" sldId="268"/>
            <ac:spMk id="40" creationId="{861C20CE-A3CD-83ED-10EC-26FC83562863}"/>
          </ac:spMkLst>
        </pc:spChg>
        <pc:spChg chg="add mod">
          <ac:chgData name="Thanh Huynh" userId="980917a970b97f82" providerId="LiveId" clId="{2F7C71E0-3046-4A82-B3E9-84E3BA6A2924}" dt="2026-02-28T06:14:41.713" v="4470" actId="14100"/>
          <ac:spMkLst>
            <pc:docMk/>
            <pc:sldMk cId="3251947660" sldId="268"/>
            <ac:spMk id="41" creationId="{E610B546-D852-B3F6-3081-5E3238AD7813}"/>
          </ac:spMkLst>
        </pc:spChg>
        <pc:picChg chg="add del mod">
          <ac:chgData name="Thanh Huynh" userId="980917a970b97f82" providerId="LiveId" clId="{2F7C71E0-3046-4A82-B3E9-84E3BA6A2924}" dt="2026-02-28T06:30:17.611" v="4488" actId="478"/>
          <ac:picMkLst>
            <pc:docMk/>
            <pc:sldMk cId="3251947660" sldId="268"/>
            <ac:picMk id="9" creationId="{BE118D3F-669A-16DF-6F59-1813482FA43E}"/>
          </ac:picMkLst>
        </pc:picChg>
        <pc:picChg chg="add del mod ord">
          <ac:chgData name="Thanh Huynh" userId="980917a970b97f82" providerId="LiveId" clId="{2F7C71E0-3046-4A82-B3E9-84E3BA6A2924}" dt="2026-02-28T06:03:58.703" v="4325" actId="478"/>
          <ac:picMkLst>
            <pc:docMk/>
            <pc:sldMk cId="3251947660" sldId="268"/>
            <ac:picMk id="25" creationId="{D8FCA5F7-73F4-AF30-687F-AE6D952BA201}"/>
          </ac:picMkLst>
        </pc:picChg>
        <pc:picChg chg="add mod">
          <ac:chgData name="Thanh Huynh" userId="980917a970b97f82" providerId="LiveId" clId="{2F7C71E0-3046-4A82-B3E9-84E3BA6A2924}" dt="2026-02-28T06:14:12.314" v="4464" actId="1076"/>
          <ac:picMkLst>
            <pc:docMk/>
            <pc:sldMk cId="3251947660" sldId="268"/>
            <ac:picMk id="27" creationId="{15BC816E-E06B-088F-C404-83870EFD5825}"/>
          </ac:picMkLst>
        </pc:picChg>
        <pc:picChg chg="add mod">
          <ac:chgData name="Thanh Huynh" userId="980917a970b97f82" providerId="LiveId" clId="{2F7C71E0-3046-4A82-B3E9-84E3BA6A2924}" dt="2026-02-28T06:13:11.018" v="4452" actId="1076"/>
          <ac:picMkLst>
            <pc:docMk/>
            <pc:sldMk cId="3251947660" sldId="268"/>
            <ac:picMk id="28" creationId="{669A53A5-5D5B-0BAC-A80E-E3F5DA67F197}"/>
          </ac:picMkLst>
        </pc:picChg>
        <pc:picChg chg="add del mod">
          <ac:chgData name="Thanh Huynh" userId="980917a970b97f82" providerId="LiveId" clId="{2F7C71E0-3046-4A82-B3E9-84E3BA6A2924}" dt="2026-02-28T06:03:56.833" v="4324" actId="478"/>
          <ac:picMkLst>
            <pc:docMk/>
            <pc:sldMk cId="3251947660" sldId="268"/>
            <ac:picMk id="29" creationId="{E5D88964-0B91-EC7E-C6FD-31BAE53921CD}"/>
          </ac:picMkLst>
        </pc:picChg>
        <pc:picChg chg="add mod">
          <ac:chgData name="Thanh Huynh" userId="980917a970b97f82" providerId="LiveId" clId="{2F7C71E0-3046-4A82-B3E9-84E3BA6A2924}" dt="2026-02-28T06:11:46.430" v="4444" actId="1076"/>
          <ac:picMkLst>
            <pc:docMk/>
            <pc:sldMk cId="3251947660" sldId="268"/>
            <ac:picMk id="30" creationId="{A8620D6A-874E-42D7-28F5-691C1F06C45B}"/>
          </ac:picMkLst>
        </pc:picChg>
        <pc:picChg chg="add del mod">
          <ac:chgData name="Thanh Huynh" userId="980917a970b97f82" providerId="LiveId" clId="{2F7C71E0-3046-4A82-B3E9-84E3BA6A2924}" dt="2026-02-28T06:03:54.502" v="4323" actId="478"/>
          <ac:picMkLst>
            <pc:docMk/>
            <pc:sldMk cId="3251947660" sldId="268"/>
            <ac:picMk id="31" creationId="{5B9669CA-8607-EEF3-D657-61578D1D7A74}"/>
          </ac:picMkLst>
        </pc:picChg>
        <pc:picChg chg="add mod">
          <ac:chgData name="Thanh Huynh" userId="980917a970b97f82" providerId="LiveId" clId="{2F7C71E0-3046-4A82-B3E9-84E3BA6A2924}" dt="2026-02-28T06:11:01.963" v="4440" actId="1076"/>
          <ac:picMkLst>
            <pc:docMk/>
            <pc:sldMk cId="3251947660" sldId="268"/>
            <ac:picMk id="32" creationId="{F2CED961-6545-376B-BAB6-656256A7EAA5}"/>
          </ac:picMkLst>
        </pc:picChg>
        <pc:picChg chg="add del mod">
          <ac:chgData name="Thanh Huynh" userId="980917a970b97f82" providerId="LiveId" clId="{2F7C71E0-3046-4A82-B3E9-84E3BA6A2924}" dt="2026-02-28T06:03:52.447" v="4322" actId="478"/>
          <ac:picMkLst>
            <pc:docMk/>
            <pc:sldMk cId="3251947660" sldId="268"/>
            <ac:picMk id="33" creationId="{DD9C0514-3FFB-F3A9-BC3E-FAFFD6CAD699}"/>
          </ac:picMkLst>
        </pc:picChg>
      </pc:sldChg>
      <pc:sldChg chg="addSp delSp modSp new mod ord modNotesTx">
        <pc:chgData name="Thanh Huynh" userId="980917a970b97f82" providerId="LiveId" clId="{2F7C71E0-3046-4A82-B3E9-84E3BA6A2924}" dt="2026-02-28T07:30:16.078" v="5478"/>
        <pc:sldMkLst>
          <pc:docMk/>
          <pc:sldMk cId="1300537846" sldId="269"/>
        </pc:sldMkLst>
        <pc:spChg chg="mod">
          <ac:chgData name="Thanh Huynh" userId="980917a970b97f82" providerId="LiveId" clId="{2F7C71E0-3046-4A82-B3E9-84E3BA6A2924}" dt="2026-02-27T17:57:14.215" v="2069" actId="1076"/>
          <ac:spMkLst>
            <pc:docMk/>
            <pc:sldMk cId="1300537846" sldId="269"/>
            <ac:spMk id="2" creationId="{3834E9D8-42C3-4753-348A-2AF5D53EB250}"/>
          </ac:spMkLst>
        </pc:spChg>
        <pc:spChg chg="del">
          <ac:chgData name="Thanh Huynh" userId="980917a970b97f82" providerId="LiveId" clId="{2F7C71E0-3046-4A82-B3E9-84E3BA6A2924}" dt="2026-02-27T17:57:00.635" v="2068" actId="478"/>
          <ac:spMkLst>
            <pc:docMk/>
            <pc:sldMk cId="1300537846" sldId="269"/>
            <ac:spMk id="3" creationId="{CD8F88C7-21EB-CEB5-9EB7-097321192158}"/>
          </ac:spMkLst>
        </pc:spChg>
        <pc:spChg chg="add del mod">
          <ac:chgData name="Thanh Huynh" userId="980917a970b97f82" providerId="LiveId" clId="{2F7C71E0-3046-4A82-B3E9-84E3BA6A2924}" dt="2026-02-27T18:34:12.164" v="2246" actId="34135"/>
          <ac:spMkLst>
            <pc:docMk/>
            <pc:sldMk cId="1300537846" sldId="269"/>
            <ac:spMk id="4" creationId="{14D3EAD9-C299-AB17-D75C-7FA3D6B162B9}"/>
          </ac:spMkLst>
        </pc:spChg>
        <pc:spChg chg="add mod">
          <ac:chgData name="Thanh Huynh" userId="980917a970b97f82" providerId="LiveId" clId="{2F7C71E0-3046-4A82-B3E9-84E3BA6A2924}" dt="2026-02-27T18:34:12.164" v="2246" actId="34135"/>
          <ac:spMkLst>
            <pc:docMk/>
            <pc:sldMk cId="1300537846" sldId="269"/>
            <ac:spMk id="5" creationId="{4D64C463-051D-1912-4B8A-738E0AFB8D63}"/>
          </ac:spMkLst>
        </pc:spChg>
        <pc:spChg chg="add mod">
          <ac:chgData name="Thanh Huynh" userId="980917a970b97f82" providerId="LiveId" clId="{2F7C71E0-3046-4A82-B3E9-84E3BA6A2924}" dt="2026-02-27T18:34:12.164" v="2246" actId="34135"/>
          <ac:spMkLst>
            <pc:docMk/>
            <pc:sldMk cId="1300537846" sldId="269"/>
            <ac:spMk id="6" creationId="{E194474C-4A00-178D-FDC9-F6D77676E6F6}"/>
          </ac:spMkLst>
        </pc:spChg>
        <pc:spChg chg="add mod">
          <ac:chgData name="Thanh Huynh" userId="980917a970b97f82" providerId="LiveId" clId="{2F7C71E0-3046-4A82-B3E9-84E3BA6A2924}" dt="2026-02-27T18:34:06.058" v="2245" actId="34135"/>
          <ac:spMkLst>
            <pc:docMk/>
            <pc:sldMk cId="1300537846" sldId="269"/>
            <ac:spMk id="7" creationId="{648D178D-E4EB-A9AA-7F5C-2CF2E1FEA4FB}"/>
          </ac:spMkLst>
        </pc:spChg>
        <pc:spChg chg="add mod">
          <ac:chgData name="Thanh Huynh" userId="980917a970b97f82" providerId="LiveId" clId="{2F7C71E0-3046-4A82-B3E9-84E3BA6A2924}" dt="2026-02-27T18:15:28.883" v="2132" actId="164"/>
          <ac:spMkLst>
            <pc:docMk/>
            <pc:sldMk cId="1300537846" sldId="269"/>
            <ac:spMk id="8" creationId="{058AB762-C941-CD44-940D-01C60D336C9F}"/>
          </ac:spMkLst>
        </pc:spChg>
        <pc:spChg chg="add mod">
          <ac:chgData name="Thanh Huynh" userId="980917a970b97f82" providerId="LiveId" clId="{2F7C71E0-3046-4A82-B3E9-84E3BA6A2924}" dt="2026-02-27T18:34:12.164" v="2246" actId="34135"/>
          <ac:spMkLst>
            <pc:docMk/>
            <pc:sldMk cId="1300537846" sldId="269"/>
            <ac:spMk id="9" creationId="{375BE60E-8CA6-642C-28DA-C35009FBED63}"/>
          </ac:spMkLst>
        </pc:spChg>
        <pc:spChg chg="add mod">
          <ac:chgData name="Thanh Huynh" userId="980917a970b97f82" providerId="LiveId" clId="{2F7C71E0-3046-4A82-B3E9-84E3BA6A2924}" dt="2026-02-27T18:34:12.164" v="2246" actId="34135"/>
          <ac:spMkLst>
            <pc:docMk/>
            <pc:sldMk cId="1300537846" sldId="269"/>
            <ac:spMk id="10" creationId="{4DE89783-F499-5F1F-DD1C-FF049C6F0A25}"/>
          </ac:spMkLst>
        </pc:spChg>
        <pc:spChg chg="add mod">
          <ac:chgData name="Thanh Huynh" userId="980917a970b97f82" providerId="LiveId" clId="{2F7C71E0-3046-4A82-B3E9-84E3BA6A2924}" dt="2026-02-27T18:16:15.938" v="2139" actId="164"/>
          <ac:spMkLst>
            <pc:docMk/>
            <pc:sldMk cId="1300537846" sldId="269"/>
            <ac:spMk id="11" creationId="{6D801621-BD5B-4AB6-C4D7-BF830C5128E7}"/>
          </ac:spMkLst>
        </pc:spChg>
        <pc:spChg chg="add del mod">
          <ac:chgData name="Thanh Huynh" userId="980917a970b97f82" providerId="LiveId" clId="{2F7C71E0-3046-4A82-B3E9-84E3BA6A2924}" dt="2026-02-27T18:34:06.058" v="2245" actId="34135"/>
          <ac:spMkLst>
            <pc:docMk/>
            <pc:sldMk cId="1300537846" sldId="269"/>
            <ac:spMk id="12" creationId="{AB993529-0634-280F-AA75-66B0BB3EAD0F}"/>
          </ac:spMkLst>
        </pc:spChg>
        <pc:spChg chg="add del">
          <ac:chgData name="Thanh Huynh" userId="980917a970b97f82" providerId="LiveId" clId="{2F7C71E0-3046-4A82-B3E9-84E3BA6A2924}" dt="2026-02-27T18:10:52.974" v="2103" actId="478"/>
          <ac:spMkLst>
            <pc:docMk/>
            <pc:sldMk cId="1300537846" sldId="269"/>
            <ac:spMk id="13" creationId="{0496F390-A92B-2435-A142-808EAA2BCB3D}"/>
          </ac:spMkLst>
        </pc:spChg>
        <pc:spChg chg="add del mod">
          <ac:chgData name="Thanh Huynh" userId="980917a970b97f82" providerId="LiveId" clId="{2F7C71E0-3046-4A82-B3E9-84E3BA6A2924}" dt="2026-02-27T18:12:00.497" v="2110" actId="164"/>
          <ac:spMkLst>
            <pc:docMk/>
            <pc:sldMk cId="1300537846" sldId="269"/>
            <ac:spMk id="14" creationId="{890867FA-B640-4BC8-33F1-4471F731DEFB}"/>
          </ac:spMkLst>
        </pc:spChg>
        <pc:spChg chg="mod">
          <ac:chgData name="Thanh Huynh" userId="980917a970b97f82" providerId="LiveId" clId="{2F7C71E0-3046-4A82-B3E9-84E3BA6A2924}" dt="2026-02-27T18:11:48.208" v="2109"/>
          <ac:spMkLst>
            <pc:docMk/>
            <pc:sldMk cId="1300537846" sldId="269"/>
            <ac:spMk id="15" creationId="{F9D472A9-F2DA-753A-F9C6-B6E417C9431B}"/>
          </ac:spMkLst>
        </pc:spChg>
        <pc:spChg chg="add mod">
          <ac:chgData name="Thanh Huynh" userId="980917a970b97f82" providerId="LiveId" clId="{2F7C71E0-3046-4A82-B3E9-84E3BA6A2924}" dt="2026-02-27T18:34:06.058" v="2245" actId="34135"/>
          <ac:spMkLst>
            <pc:docMk/>
            <pc:sldMk cId="1300537846" sldId="269"/>
            <ac:spMk id="17" creationId="{1336C1D9-19C8-3088-CE54-A3647D93D6B9}"/>
          </ac:spMkLst>
        </pc:spChg>
        <pc:spChg chg="add mod">
          <ac:chgData name="Thanh Huynh" userId="980917a970b97f82" providerId="LiveId" clId="{2F7C71E0-3046-4A82-B3E9-84E3BA6A2924}" dt="2026-02-27T18:12:48.753" v="2114" actId="164"/>
          <ac:spMkLst>
            <pc:docMk/>
            <pc:sldMk cId="1300537846" sldId="269"/>
            <ac:spMk id="18" creationId="{A1E8A366-F7F1-8CF0-B630-896EC8A71133}"/>
          </ac:spMkLst>
        </pc:spChg>
        <pc:spChg chg="add mod">
          <ac:chgData name="Thanh Huynh" userId="980917a970b97f82" providerId="LiveId" clId="{2F7C71E0-3046-4A82-B3E9-84E3BA6A2924}" dt="2026-02-27T18:34:12.164" v="2246" actId="34135"/>
          <ac:spMkLst>
            <pc:docMk/>
            <pc:sldMk cId="1300537846" sldId="269"/>
            <ac:spMk id="20" creationId="{C2D16B00-AF27-086F-0F5D-9AE638EB93F5}"/>
          </ac:spMkLst>
        </pc:spChg>
        <pc:spChg chg="add mod">
          <ac:chgData name="Thanh Huynh" userId="980917a970b97f82" providerId="LiveId" clId="{2F7C71E0-3046-4A82-B3E9-84E3BA6A2924}" dt="2026-02-27T18:34:06.058" v="2245" actId="34135"/>
          <ac:spMkLst>
            <pc:docMk/>
            <pc:sldMk cId="1300537846" sldId="269"/>
            <ac:spMk id="21" creationId="{FDB0EDBA-C74D-69D5-3980-FE524A9A4BA6}"/>
          </ac:spMkLst>
        </pc:spChg>
        <pc:spChg chg="add mod">
          <ac:chgData name="Thanh Huynh" userId="980917a970b97f82" providerId="LiveId" clId="{2F7C71E0-3046-4A82-B3E9-84E3BA6A2924}" dt="2026-02-27T18:34:06.058" v="2245" actId="34135"/>
          <ac:spMkLst>
            <pc:docMk/>
            <pc:sldMk cId="1300537846" sldId="269"/>
            <ac:spMk id="23" creationId="{B6A65D2B-6E51-D72D-4D17-E4811E3E335D}"/>
          </ac:spMkLst>
        </pc:spChg>
        <pc:spChg chg="add mod">
          <ac:chgData name="Thanh Huynh" userId="980917a970b97f82" providerId="LiveId" clId="{2F7C71E0-3046-4A82-B3E9-84E3BA6A2924}" dt="2026-02-27T18:34:12.164" v="2246" actId="34135"/>
          <ac:spMkLst>
            <pc:docMk/>
            <pc:sldMk cId="1300537846" sldId="269"/>
            <ac:spMk id="24" creationId="{4357ED41-DCD5-84A7-7769-E3680121CEC5}"/>
          </ac:spMkLst>
        </pc:spChg>
        <pc:spChg chg="add mod">
          <ac:chgData name="Thanh Huynh" userId="980917a970b97f82" providerId="LiveId" clId="{2F7C71E0-3046-4A82-B3E9-84E3BA6A2924}" dt="2026-02-27T18:15:28.883" v="2132" actId="164"/>
          <ac:spMkLst>
            <pc:docMk/>
            <pc:sldMk cId="1300537846" sldId="269"/>
            <ac:spMk id="25" creationId="{B86A04CC-78CA-A553-3995-D51877C0DE10}"/>
          </ac:spMkLst>
        </pc:spChg>
        <pc:spChg chg="add mod">
          <ac:chgData name="Thanh Huynh" userId="980917a970b97f82" providerId="LiveId" clId="{2F7C71E0-3046-4A82-B3E9-84E3BA6A2924}" dt="2026-02-27T18:15:28.883" v="2132" actId="164"/>
          <ac:spMkLst>
            <pc:docMk/>
            <pc:sldMk cId="1300537846" sldId="269"/>
            <ac:spMk id="26" creationId="{10754401-AD8D-07E1-B8DA-6099A0D33A3E}"/>
          </ac:spMkLst>
        </pc:spChg>
        <pc:spChg chg="add mod">
          <ac:chgData name="Thanh Huynh" userId="980917a970b97f82" providerId="LiveId" clId="{2F7C71E0-3046-4A82-B3E9-84E3BA6A2924}" dt="2026-02-27T18:15:20.150" v="2131" actId="164"/>
          <ac:spMkLst>
            <pc:docMk/>
            <pc:sldMk cId="1300537846" sldId="269"/>
            <ac:spMk id="28" creationId="{06D20D5D-616F-D0C2-2CE9-CF81AB6205AB}"/>
          </ac:spMkLst>
        </pc:spChg>
        <pc:spChg chg="add mod">
          <ac:chgData name="Thanh Huynh" userId="980917a970b97f82" providerId="LiveId" clId="{2F7C71E0-3046-4A82-B3E9-84E3BA6A2924}" dt="2026-02-27T18:15:20.150" v="2131" actId="164"/>
          <ac:spMkLst>
            <pc:docMk/>
            <pc:sldMk cId="1300537846" sldId="269"/>
            <ac:spMk id="29" creationId="{18C3887C-E36E-4DB3-A923-BE257E2E9DDB}"/>
          </ac:spMkLst>
        </pc:spChg>
        <pc:spChg chg="add mod">
          <ac:chgData name="Thanh Huynh" userId="980917a970b97f82" providerId="LiveId" clId="{2F7C71E0-3046-4A82-B3E9-84E3BA6A2924}" dt="2026-02-27T18:15:55.706" v="2136" actId="164"/>
          <ac:spMkLst>
            <pc:docMk/>
            <pc:sldMk cId="1300537846" sldId="269"/>
            <ac:spMk id="32" creationId="{A601D109-4BFA-A354-F5EA-DE62C09701A3}"/>
          </ac:spMkLst>
        </pc:spChg>
        <pc:spChg chg="add mod">
          <ac:chgData name="Thanh Huynh" userId="980917a970b97f82" providerId="LiveId" clId="{2F7C71E0-3046-4A82-B3E9-84E3BA6A2924}" dt="2026-02-27T18:34:12.164" v="2246" actId="34135"/>
          <ac:spMkLst>
            <pc:docMk/>
            <pc:sldMk cId="1300537846" sldId="269"/>
            <ac:spMk id="33" creationId="{0FB814C1-BF55-26D2-2F8B-4FDF2B20241B}"/>
          </ac:spMkLst>
        </pc:spChg>
        <pc:spChg chg="add mod">
          <ac:chgData name="Thanh Huynh" userId="980917a970b97f82" providerId="LiveId" clId="{2F7C71E0-3046-4A82-B3E9-84E3BA6A2924}" dt="2026-02-27T18:34:12.164" v="2246" actId="34135"/>
          <ac:spMkLst>
            <pc:docMk/>
            <pc:sldMk cId="1300537846" sldId="269"/>
            <ac:spMk id="35" creationId="{6E0C3C7E-8E8C-33FA-7713-2D512EE30A8D}"/>
          </ac:spMkLst>
        </pc:spChg>
        <pc:spChg chg="add mod">
          <ac:chgData name="Thanh Huynh" userId="980917a970b97f82" providerId="LiveId" clId="{2F7C71E0-3046-4A82-B3E9-84E3BA6A2924}" dt="2026-02-27T18:16:15.938" v="2139" actId="164"/>
          <ac:spMkLst>
            <pc:docMk/>
            <pc:sldMk cId="1300537846" sldId="269"/>
            <ac:spMk id="36" creationId="{3B13CEBC-8F70-15FE-AF9A-8834C7D25543}"/>
          </ac:spMkLst>
        </pc:spChg>
        <pc:spChg chg="add mod">
          <ac:chgData name="Thanh Huynh" userId="980917a970b97f82" providerId="LiveId" clId="{2F7C71E0-3046-4A82-B3E9-84E3BA6A2924}" dt="2026-02-27T18:34:51.130" v="2253" actId="1076"/>
          <ac:spMkLst>
            <pc:docMk/>
            <pc:sldMk cId="1300537846" sldId="269"/>
            <ac:spMk id="38" creationId="{C5F35E09-CBB2-5388-28CA-78745FFF1E02}"/>
          </ac:spMkLst>
        </pc:spChg>
        <pc:spChg chg="add mod">
          <ac:chgData name="Thanh Huynh" userId="980917a970b97f82" providerId="LiveId" clId="{2F7C71E0-3046-4A82-B3E9-84E3BA6A2924}" dt="2026-02-27T18:34:12.164" v="2246" actId="34135"/>
          <ac:spMkLst>
            <pc:docMk/>
            <pc:sldMk cId="1300537846" sldId="269"/>
            <ac:spMk id="39" creationId="{FFAD1BF5-E68C-E622-7718-665EFAF1CD58}"/>
          </ac:spMkLst>
        </pc:spChg>
        <pc:spChg chg="add mod">
          <ac:chgData name="Thanh Huynh" userId="980917a970b97f82" providerId="LiveId" clId="{2F7C71E0-3046-4A82-B3E9-84E3BA6A2924}" dt="2026-02-27T18:19:46.130" v="2157" actId="1076"/>
          <ac:spMkLst>
            <pc:docMk/>
            <pc:sldMk cId="1300537846" sldId="269"/>
            <ac:spMk id="40" creationId="{BB792C1A-7089-2056-4DD5-78047B17C2D7}"/>
          </ac:spMkLst>
        </pc:spChg>
        <pc:spChg chg="add mod">
          <ac:chgData name="Thanh Huynh" userId="980917a970b97f82" providerId="LiveId" clId="{2F7C71E0-3046-4A82-B3E9-84E3BA6A2924}" dt="2026-02-27T18:20:14.839" v="2160" actId="208"/>
          <ac:spMkLst>
            <pc:docMk/>
            <pc:sldMk cId="1300537846" sldId="269"/>
            <ac:spMk id="41" creationId="{9378F14D-B2C1-8589-738D-E34AF46A6AF0}"/>
          </ac:spMkLst>
        </pc:spChg>
        <pc:spChg chg="add mod">
          <ac:chgData name="Thanh Huynh" userId="980917a970b97f82" providerId="LiveId" clId="{2F7C71E0-3046-4A82-B3E9-84E3BA6A2924}" dt="2026-02-27T18:20:35.490" v="2164" actId="1076"/>
          <ac:spMkLst>
            <pc:docMk/>
            <pc:sldMk cId="1300537846" sldId="269"/>
            <ac:spMk id="42" creationId="{4FB9D9B7-23CA-63F8-F121-3353C4451AF8}"/>
          </ac:spMkLst>
        </pc:spChg>
        <pc:spChg chg="add mod">
          <ac:chgData name="Thanh Huynh" userId="980917a970b97f82" providerId="LiveId" clId="{2F7C71E0-3046-4A82-B3E9-84E3BA6A2924}" dt="2026-02-27T18:21:02.099" v="2167" actId="1076"/>
          <ac:spMkLst>
            <pc:docMk/>
            <pc:sldMk cId="1300537846" sldId="269"/>
            <ac:spMk id="43" creationId="{305E3F01-AD29-2416-C02D-0D4EB070C474}"/>
          </ac:spMkLst>
        </pc:spChg>
        <pc:spChg chg="add mod">
          <ac:chgData name="Thanh Huynh" userId="980917a970b97f82" providerId="LiveId" clId="{2F7C71E0-3046-4A82-B3E9-84E3BA6A2924}" dt="2026-02-27T18:21:13.609" v="2170" actId="1076"/>
          <ac:spMkLst>
            <pc:docMk/>
            <pc:sldMk cId="1300537846" sldId="269"/>
            <ac:spMk id="44" creationId="{74ED9C83-8C37-77ED-9AFC-364D35D734ED}"/>
          </ac:spMkLst>
        </pc:spChg>
        <pc:spChg chg="add mod">
          <ac:chgData name="Thanh Huynh" userId="980917a970b97f82" providerId="LiveId" clId="{2F7C71E0-3046-4A82-B3E9-84E3BA6A2924}" dt="2026-02-27T18:21:28.599" v="2173" actId="1076"/>
          <ac:spMkLst>
            <pc:docMk/>
            <pc:sldMk cId="1300537846" sldId="269"/>
            <ac:spMk id="45" creationId="{F463202C-A767-4AFD-100E-24B87A1D692F}"/>
          </ac:spMkLst>
        </pc:spChg>
        <pc:spChg chg="add mod">
          <ac:chgData name="Thanh Huynh" userId="980917a970b97f82" providerId="LiveId" clId="{2F7C71E0-3046-4A82-B3E9-84E3BA6A2924}" dt="2026-02-27T18:24:17.071" v="2188"/>
          <ac:spMkLst>
            <pc:docMk/>
            <pc:sldMk cId="1300537846" sldId="269"/>
            <ac:spMk id="48" creationId="{E74672E3-F6E5-6347-B2AE-6B806B9752AD}"/>
          </ac:spMkLst>
        </pc:spChg>
        <pc:spChg chg="add mod">
          <ac:chgData name="Thanh Huynh" userId="980917a970b97f82" providerId="LiveId" clId="{2F7C71E0-3046-4A82-B3E9-84E3BA6A2924}" dt="2026-02-27T18:27:54.414" v="2209" actId="2085"/>
          <ac:spMkLst>
            <pc:docMk/>
            <pc:sldMk cId="1300537846" sldId="269"/>
            <ac:spMk id="54" creationId="{832997B3-84EC-5707-04F3-C00A368AA065}"/>
          </ac:spMkLst>
        </pc:spChg>
        <pc:spChg chg="add mod">
          <ac:chgData name="Thanh Huynh" userId="980917a970b97f82" providerId="LiveId" clId="{2F7C71E0-3046-4A82-B3E9-84E3BA6A2924}" dt="2026-02-27T18:30:07.334" v="2224" actId="1076"/>
          <ac:spMkLst>
            <pc:docMk/>
            <pc:sldMk cId="1300537846" sldId="269"/>
            <ac:spMk id="58" creationId="{11F0DD3E-8D09-EA91-22AD-D18CCC18B33E}"/>
          </ac:spMkLst>
        </pc:spChg>
        <pc:spChg chg="add del mod">
          <ac:chgData name="Thanh Huynh" userId="980917a970b97f82" providerId="LiveId" clId="{2F7C71E0-3046-4A82-B3E9-84E3BA6A2924}" dt="2026-02-27T18:35:11.225" v="2257"/>
          <ac:spMkLst>
            <pc:docMk/>
            <pc:sldMk cId="1300537846" sldId="269"/>
            <ac:spMk id="59" creationId="{5F784043-B9EE-E268-3835-C91FC9F7476E}"/>
          </ac:spMkLst>
        </pc:spChg>
        <pc:spChg chg="add mod">
          <ac:chgData name="Thanh Huynh" userId="980917a970b97f82" providerId="LiveId" clId="{2F7C71E0-3046-4A82-B3E9-84E3BA6A2924}" dt="2026-02-27T18:38:25.246" v="2277" actId="1076"/>
          <ac:spMkLst>
            <pc:docMk/>
            <pc:sldMk cId="1300537846" sldId="269"/>
            <ac:spMk id="62" creationId="{B1423CF5-8D75-3B8F-0015-4C056306ECDD}"/>
          </ac:spMkLst>
        </pc:spChg>
        <pc:spChg chg="add mod">
          <ac:chgData name="Thanh Huynh" userId="980917a970b97f82" providerId="LiveId" clId="{2F7C71E0-3046-4A82-B3E9-84E3BA6A2924}" dt="2026-02-27T18:39:03.228" v="2282"/>
          <ac:spMkLst>
            <pc:docMk/>
            <pc:sldMk cId="1300537846" sldId="269"/>
            <ac:spMk id="63" creationId="{D4A409A1-36BD-5DAA-CCF7-3FF3926E1628}"/>
          </ac:spMkLst>
        </pc:spChg>
        <pc:spChg chg="add mod">
          <ac:chgData name="Thanh Huynh" userId="980917a970b97f82" providerId="LiveId" clId="{2F7C71E0-3046-4A82-B3E9-84E3BA6A2924}" dt="2026-02-27T18:40:41.764" v="2292"/>
          <ac:spMkLst>
            <pc:docMk/>
            <pc:sldMk cId="1300537846" sldId="269"/>
            <ac:spMk id="1024" creationId="{D7E9A944-C56C-F03E-088F-BAD4DC384426}"/>
          </ac:spMkLst>
        </pc:spChg>
        <pc:spChg chg="add mod">
          <ac:chgData name="Thanh Huynh" userId="980917a970b97f82" providerId="LiveId" clId="{2F7C71E0-3046-4A82-B3E9-84E3BA6A2924}" dt="2026-02-27T18:40:33.734" v="2291" actId="1076"/>
          <ac:spMkLst>
            <pc:docMk/>
            <pc:sldMk cId="1300537846" sldId="269"/>
            <ac:spMk id="1025" creationId="{C4009342-63B6-B592-8DF7-D73ACF182A2E}"/>
          </ac:spMkLst>
        </pc:spChg>
        <pc:spChg chg="add mod">
          <ac:chgData name="Thanh Huynh" userId="980917a970b97f82" providerId="LiveId" clId="{2F7C71E0-3046-4A82-B3E9-84E3BA6A2924}" dt="2026-02-27T18:41:30.455" v="2297" actId="1076"/>
          <ac:spMkLst>
            <pc:docMk/>
            <pc:sldMk cId="1300537846" sldId="269"/>
            <ac:spMk id="1027" creationId="{62320CEF-5B86-6F47-6313-B6B788EF1623}"/>
          </ac:spMkLst>
        </pc:spChg>
        <pc:spChg chg="add mod">
          <ac:chgData name="Thanh Huynh" userId="980917a970b97f82" providerId="LiveId" clId="{2F7C71E0-3046-4A82-B3E9-84E3BA6A2924}" dt="2026-02-27T18:42:18.055" v="2303" actId="12"/>
          <ac:spMkLst>
            <pc:docMk/>
            <pc:sldMk cId="1300537846" sldId="269"/>
            <ac:spMk id="1028" creationId="{93BFAD52-027D-0748-6FC0-02AF066517D8}"/>
          </ac:spMkLst>
        </pc:spChg>
        <pc:spChg chg="add mod">
          <ac:chgData name="Thanh Huynh" userId="980917a970b97f82" providerId="LiveId" clId="{2F7C71E0-3046-4A82-B3E9-84E3BA6A2924}" dt="2026-02-27T18:43:17.210" v="2315" actId="122"/>
          <ac:spMkLst>
            <pc:docMk/>
            <pc:sldMk cId="1300537846" sldId="269"/>
            <ac:spMk id="1029" creationId="{0185B9CC-BE45-7ADB-0E5D-A94B898F45B9}"/>
          </ac:spMkLst>
        </pc:spChg>
        <pc:spChg chg="add mod">
          <ac:chgData name="Thanh Huynh" userId="980917a970b97f82" providerId="LiveId" clId="{2F7C71E0-3046-4A82-B3E9-84E3BA6A2924}" dt="2026-02-27T18:46:45.530" v="2334"/>
          <ac:spMkLst>
            <pc:docMk/>
            <pc:sldMk cId="1300537846" sldId="269"/>
            <ac:spMk id="1031" creationId="{8E47585B-19CA-9004-D03E-D325215155A3}"/>
          </ac:spMkLst>
        </pc:spChg>
        <pc:grpChg chg="add mod">
          <ac:chgData name="Thanh Huynh" userId="980917a970b97f82" providerId="LiveId" clId="{2F7C71E0-3046-4A82-B3E9-84E3BA6A2924}" dt="2026-02-27T20:49:04.253" v="2680" actId="14861"/>
          <ac:grpSpMkLst>
            <pc:docMk/>
            <pc:sldMk cId="1300537846" sldId="269"/>
            <ac:grpSpMk id="16" creationId="{3F62E07E-1626-50D9-AD79-B084115FF618}"/>
          </ac:grpSpMkLst>
        </pc:grpChg>
        <pc:grpChg chg="add mod">
          <ac:chgData name="Thanh Huynh" userId="980917a970b97f82" providerId="LiveId" clId="{2F7C71E0-3046-4A82-B3E9-84E3BA6A2924}" dt="2026-02-27T18:25:57.958" v="2196" actId="164"/>
          <ac:grpSpMkLst>
            <pc:docMk/>
            <pc:sldMk cId="1300537846" sldId="269"/>
            <ac:grpSpMk id="19" creationId="{950D3687-80BE-04A4-5726-F46C79F4FACD}"/>
          </ac:grpSpMkLst>
        </pc:grpChg>
        <pc:grpChg chg="add mod">
          <ac:chgData name="Thanh Huynh" userId="980917a970b97f82" providerId="LiveId" clId="{2F7C71E0-3046-4A82-B3E9-84E3BA6A2924}" dt="2026-02-27T20:49:18.835" v="2682" actId="14861"/>
          <ac:grpSpMkLst>
            <pc:docMk/>
            <pc:sldMk cId="1300537846" sldId="269"/>
            <ac:grpSpMk id="22" creationId="{54C4F19A-2ACA-F8DB-8D18-9E7A7B639717}"/>
          </ac:grpSpMkLst>
        </pc:grpChg>
        <pc:grpChg chg="add mod">
          <ac:chgData name="Thanh Huynh" userId="980917a970b97f82" providerId="LiveId" clId="{2F7C71E0-3046-4A82-B3E9-84E3BA6A2924}" dt="2026-02-27T20:49:24.570" v="2683" actId="14861"/>
          <ac:grpSpMkLst>
            <pc:docMk/>
            <pc:sldMk cId="1300537846" sldId="269"/>
            <ac:grpSpMk id="27" creationId="{C41524E7-A95D-D10C-B5B1-2BCA563B8ACD}"/>
          </ac:grpSpMkLst>
        </pc:grpChg>
        <pc:grpChg chg="add mod">
          <ac:chgData name="Thanh Huynh" userId="980917a970b97f82" providerId="LiveId" clId="{2F7C71E0-3046-4A82-B3E9-84E3BA6A2924}" dt="2026-02-27T20:49:36.930" v="2685" actId="14861"/>
          <ac:grpSpMkLst>
            <pc:docMk/>
            <pc:sldMk cId="1300537846" sldId="269"/>
            <ac:grpSpMk id="30" creationId="{46AC174B-40BA-041F-E315-ACB4AFDF6F33}"/>
          </ac:grpSpMkLst>
        </pc:grpChg>
        <pc:grpChg chg="add mod">
          <ac:chgData name="Thanh Huynh" userId="980917a970b97f82" providerId="LiveId" clId="{2F7C71E0-3046-4A82-B3E9-84E3BA6A2924}" dt="2026-02-27T20:49:31.433" v="2684" actId="14861"/>
          <ac:grpSpMkLst>
            <pc:docMk/>
            <pc:sldMk cId="1300537846" sldId="269"/>
            <ac:grpSpMk id="31" creationId="{1054E0F9-7EDF-0737-6CF9-4DA06D5E03E5}"/>
          </ac:grpSpMkLst>
        </pc:grpChg>
        <pc:grpChg chg="add mod">
          <ac:chgData name="Thanh Huynh" userId="980917a970b97f82" providerId="LiveId" clId="{2F7C71E0-3046-4A82-B3E9-84E3BA6A2924}" dt="2026-02-27T20:49:43.517" v="2686" actId="14861"/>
          <ac:grpSpMkLst>
            <pc:docMk/>
            <pc:sldMk cId="1300537846" sldId="269"/>
            <ac:grpSpMk id="34" creationId="{796C1ABB-F847-19C7-BA68-C1F904E7A0E5}"/>
          </ac:grpSpMkLst>
        </pc:grpChg>
        <pc:grpChg chg="add mod">
          <ac:chgData name="Thanh Huynh" userId="980917a970b97f82" providerId="LiveId" clId="{2F7C71E0-3046-4A82-B3E9-84E3BA6A2924}" dt="2026-02-27T20:49:52.871" v="2687" actId="14861"/>
          <ac:grpSpMkLst>
            <pc:docMk/>
            <pc:sldMk cId="1300537846" sldId="269"/>
            <ac:grpSpMk id="37" creationId="{19985698-70DB-3C55-3141-C65F0B3DA870}"/>
          </ac:grpSpMkLst>
        </pc:grpChg>
        <pc:grpChg chg="add mod">
          <ac:chgData name="Thanh Huynh" userId="980917a970b97f82" providerId="LiveId" clId="{2F7C71E0-3046-4A82-B3E9-84E3BA6A2924}" dt="2026-02-27T20:49:12" v="2681" actId="14861"/>
          <ac:grpSpMkLst>
            <pc:docMk/>
            <pc:sldMk cId="1300537846" sldId="269"/>
            <ac:grpSpMk id="51" creationId="{76F61B4C-2B67-CBAB-65BD-DD53D461A7AF}"/>
          </ac:grpSpMkLst>
        </pc:grpChg>
        <pc:grpChg chg="add mod">
          <ac:chgData name="Thanh Huynh" userId="980917a970b97f82" providerId="LiveId" clId="{2F7C71E0-3046-4A82-B3E9-84E3BA6A2924}" dt="2026-02-27T18:29:14.590" v="2219" actId="164"/>
          <ac:grpSpMkLst>
            <pc:docMk/>
            <pc:sldMk cId="1300537846" sldId="269"/>
            <ac:grpSpMk id="57" creationId="{0DC57887-7915-88CD-A75A-99D91E7FD151}"/>
          </ac:grpSpMkLst>
        </pc:grpChg>
        <pc:picChg chg="add mod ord">
          <ac:chgData name="Thanh Huynh" userId="980917a970b97f82" providerId="LiveId" clId="{2F7C71E0-3046-4A82-B3E9-84E3BA6A2924}" dt="2026-02-27T18:36:07.575" v="2266" actId="1076"/>
          <ac:picMkLst>
            <pc:docMk/>
            <pc:sldMk cId="1300537846" sldId="269"/>
            <ac:picMk id="47" creationId="{02C2A2C8-28FB-D3BD-9E6B-634E57967C88}"/>
          </ac:picMkLst>
        </pc:picChg>
        <pc:picChg chg="add mod">
          <ac:chgData name="Thanh Huynh" userId="980917a970b97f82" providerId="LiveId" clId="{2F7C71E0-3046-4A82-B3E9-84E3BA6A2924}" dt="2026-02-27T18:29:14.590" v="2219" actId="164"/>
          <ac:picMkLst>
            <pc:docMk/>
            <pc:sldMk cId="1300537846" sldId="269"/>
            <ac:picMk id="50" creationId="{9804786A-4D36-28AB-D7AC-FE4AEAA12B4A}"/>
          </ac:picMkLst>
        </pc:picChg>
        <pc:picChg chg="add del mod">
          <ac:chgData name="Thanh Huynh" userId="980917a970b97f82" providerId="LiveId" clId="{2F7C71E0-3046-4A82-B3E9-84E3BA6A2924}" dt="2026-02-27T18:27:17.210" v="2202" actId="478"/>
          <ac:picMkLst>
            <pc:docMk/>
            <pc:sldMk cId="1300537846" sldId="269"/>
            <ac:picMk id="53" creationId="{B59C1988-1DFC-5B0C-8039-9987B0D02849}"/>
          </ac:picMkLst>
        </pc:picChg>
        <pc:picChg chg="add mod">
          <ac:chgData name="Thanh Huynh" userId="980917a970b97f82" providerId="LiveId" clId="{2F7C71E0-3046-4A82-B3E9-84E3BA6A2924}" dt="2026-02-27T18:29:14.590" v="2219" actId="164"/>
          <ac:picMkLst>
            <pc:docMk/>
            <pc:sldMk cId="1300537846" sldId="269"/>
            <ac:picMk id="56" creationId="{8895194D-EA96-7EFC-E96C-5E2E2AB04E6F}"/>
          </ac:picMkLst>
        </pc:picChg>
        <pc:picChg chg="add mod">
          <ac:chgData name="Thanh Huynh" userId="980917a970b97f82" providerId="LiveId" clId="{2F7C71E0-3046-4A82-B3E9-84E3BA6A2924}" dt="2026-02-27T18:37:01.974" v="2272" actId="1582"/>
          <ac:picMkLst>
            <pc:docMk/>
            <pc:sldMk cId="1300537846" sldId="269"/>
            <ac:picMk id="61" creationId="{B4601F57-7ECF-72CC-42F1-E24142CEBDA0}"/>
          </ac:picMkLst>
        </pc:picChg>
        <pc:picChg chg="add del mod">
          <ac:chgData name="Thanh Huynh" userId="980917a970b97f82" providerId="LiveId" clId="{2F7C71E0-3046-4A82-B3E9-84E3BA6A2924}" dt="2026-02-27T18:31:02.035" v="2227" actId="478"/>
          <ac:picMkLst>
            <pc:docMk/>
            <pc:sldMk cId="1300537846" sldId="269"/>
            <ac:picMk id="1026" creationId="{8C3CCB9C-3BD0-91B0-AE10-30A9EFAA2B0D}"/>
          </ac:picMkLst>
        </pc:picChg>
        <pc:picChg chg="add mod">
          <ac:chgData name="Thanh Huynh" userId="980917a970b97f82" providerId="LiveId" clId="{2F7C71E0-3046-4A82-B3E9-84E3BA6A2924}" dt="2026-02-27T18:45:26.474" v="2318" actId="207"/>
          <ac:picMkLst>
            <pc:docMk/>
            <pc:sldMk cId="1300537846" sldId="269"/>
            <ac:picMk id="1030" creationId="{CCB45BF2-7769-EE7E-52B6-14208732EA4E}"/>
          </ac:picMkLst>
        </pc:picChg>
        <pc:picChg chg="add mod">
          <ac:chgData name="Thanh Huynh" userId="980917a970b97f82" providerId="LiveId" clId="{2F7C71E0-3046-4A82-B3E9-84E3BA6A2924}" dt="2026-02-27T18:47:39.130" v="2342" actId="207"/>
          <ac:picMkLst>
            <pc:docMk/>
            <pc:sldMk cId="1300537846" sldId="269"/>
            <ac:picMk id="1033" creationId="{39C06471-F2FA-686B-3B5C-AEA87861CDE3}"/>
          </ac:picMkLst>
        </pc:picChg>
        <pc:picChg chg="add mod">
          <ac:chgData name="Thanh Huynh" userId="980917a970b97f82" providerId="LiveId" clId="{2F7C71E0-3046-4A82-B3E9-84E3BA6A2924}" dt="2026-02-27T18:48:38.848" v="2349" actId="207"/>
          <ac:picMkLst>
            <pc:docMk/>
            <pc:sldMk cId="1300537846" sldId="269"/>
            <ac:picMk id="1035" creationId="{A97AC094-FD2E-B0AA-D1FB-FACD43F1CFF6}"/>
          </ac:picMkLst>
        </pc:picChg>
        <pc:picChg chg="add mod">
          <ac:chgData name="Thanh Huynh" userId="980917a970b97f82" providerId="LiveId" clId="{2F7C71E0-3046-4A82-B3E9-84E3BA6A2924}" dt="2026-02-27T18:50:24.062" v="2361" actId="207"/>
          <ac:picMkLst>
            <pc:docMk/>
            <pc:sldMk cId="1300537846" sldId="269"/>
            <ac:picMk id="1037" creationId="{69D0F4D4-CC83-1A46-1BEC-9486C4481FE3}"/>
          </ac:picMkLst>
        </pc:picChg>
        <pc:picChg chg="add del mod">
          <ac:chgData name="Thanh Huynh" userId="980917a970b97f82" providerId="LiveId" clId="{2F7C71E0-3046-4A82-B3E9-84E3BA6A2924}" dt="2026-02-27T18:51:53.458" v="2365" actId="478"/>
          <ac:picMkLst>
            <pc:docMk/>
            <pc:sldMk cId="1300537846" sldId="269"/>
            <ac:picMk id="1039" creationId="{A3B39375-B36E-AE32-A74F-066D8315CF55}"/>
          </ac:picMkLst>
        </pc:picChg>
        <pc:picChg chg="add mod">
          <ac:chgData name="Thanh Huynh" userId="980917a970b97f82" providerId="LiveId" clId="{2F7C71E0-3046-4A82-B3E9-84E3BA6A2924}" dt="2026-02-27T18:53:57.474" v="2396" actId="207"/>
          <ac:picMkLst>
            <pc:docMk/>
            <pc:sldMk cId="1300537846" sldId="269"/>
            <ac:picMk id="1041" creationId="{5A5F70E2-E5E4-FE60-61C5-5D9473D24443}"/>
          </ac:picMkLst>
        </pc:picChg>
        <pc:picChg chg="add mod">
          <ac:chgData name="Thanh Huynh" userId="980917a970b97f82" providerId="LiveId" clId="{2F7C71E0-3046-4A82-B3E9-84E3BA6A2924}" dt="2026-02-27T18:53:50.501" v="2395" actId="1076"/>
          <ac:picMkLst>
            <pc:docMk/>
            <pc:sldMk cId="1300537846" sldId="269"/>
            <ac:picMk id="1043" creationId="{62EE7A7C-8C2D-0C34-6530-07DB58868313}"/>
          </ac:picMkLst>
        </pc:picChg>
        <pc:picChg chg="add mod">
          <ac:chgData name="Thanh Huynh" userId="980917a970b97f82" providerId="LiveId" clId="{2F7C71E0-3046-4A82-B3E9-84E3BA6A2924}" dt="2026-02-27T18:55:54.641" v="2405" actId="1076"/>
          <ac:picMkLst>
            <pc:docMk/>
            <pc:sldMk cId="1300537846" sldId="269"/>
            <ac:picMk id="1045" creationId="{B0450833-EC68-768F-F6AE-A969B387AF52}"/>
          </ac:picMkLst>
        </pc:picChg>
        <pc:picChg chg="add mod">
          <ac:chgData name="Thanh Huynh" userId="980917a970b97f82" providerId="LiveId" clId="{2F7C71E0-3046-4A82-B3E9-84E3BA6A2924}" dt="2026-02-27T18:56:30.533" v="2412" actId="1076"/>
          <ac:picMkLst>
            <pc:docMk/>
            <pc:sldMk cId="1300537846" sldId="269"/>
            <ac:picMk id="1047" creationId="{DF96C9BD-3250-5FFB-94FD-A739B6FD4B06}"/>
          </ac:picMkLst>
        </pc:picChg>
      </pc:sldChg>
      <pc:sldChg chg="addSp delSp modSp new mod ord modNotesTx">
        <pc:chgData name="Thanh Huynh" userId="980917a970b97f82" providerId="LiveId" clId="{2F7C71E0-3046-4A82-B3E9-84E3BA6A2924}" dt="2026-02-28T15:19:27.913" v="5763"/>
        <pc:sldMkLst>
          <pc:docMk/>
          <pc:sldMk cId="1235550454" sldId="270"/>
        </pc:sldMkLst>
        <pc:spChg chg="mod">
          <ac:chgData name="Thanh Huynh" userId="980917a970b97f82" providerId="LiveId" clId="{2F7C71E0-3046-4A82-B3E9-84E3BA6A2924}" dt="2026-02-27T20:45:29.110" v="2671" actId="14100"/>
          <ac:spMkLst>
            <pc:docMk/>
            <pc:sldMk cId="1235550454" sldId="270"/>
            <ac:spMk id="2" creationId="{357F69C8-7E0B-C889-AE08-731AAE64F383}"/>
          </ac:spMkLst>
        </pc:spChg>
        <pc:spChg chg="del">
          <ac:chgData name="Thanh Huynh" userId="980917a970b97f82" providerId="LiveId" clId="{2F7C71E0-3046-4A82-B3E9-84E3BA6A2924}" dt="2026-02-27T19:52:38.890" v="2415" actId="478"/>
          <ac:spMkLst>
            <pc:docMk/>
            <pc:sldMk cId="1235550454" sldId="270"/>
            <ac:spMk id="3" creationId="{4D6F8EF9-354B-EEBB-7040-BBA7A86B63C0}"/>
          </ac:spMkLst>
        </pc:spChg>
        <pc:spChg chg="add mod">
          <ac:chgData name="Thanh Huynh" userId="980917a970b97f82" providerId="LiveId" clId="{2F7C71E0-3046-4A82-B3E9-84E3BA6A2924}" dt="2026-02-27T20:18:52.272" v="2451" actId="1076"/>
          <ac:spMkLst>
            <pc:docMk/>
            <pc:sldMk cId="1235550454" sldId="270"/>
            <ac:spMk id="4" creationId="{F7E67FE8-F5D4-C5F8-F9C0-1EDA26395C81}"/>
          </ac:spMkLst>
        </pc:spChg>
        <pc:spChg chg="add mod">
          <ac:chgData name="Thanh Huynh" userId="980917a970b97f82" providerId="LiveId" clId="{2F7C71E0-3046-4A82-B3E9-84E3BA6A2924}" dt="2026-02-27T20:19:19.582" v="2455" actId="1076"/>
          <ac:spMkLst>
            <pc:docMk/>
            <pc:sldMk cId="1235550454" sldId="270"/>
            <ac:spMk id="6" creationId="{3F341ECA-42ED-6640-889A-66B4A5C1A372}"/>
          </ac:spMkLst>
        </pc:spChg>
        <pc:spChg chg="add mod">
          <ac:chgData name="Thanh Huynh" userId="980917a970b97f82" providerId="LiveId" clId="{2F7C71E0-3046-4A82-B3E9-84E3BA6A2924}" dt="2026-02-27T20:20:41.579" v="2458" actId="207"/>
          <ac:spMkLst>
            <pc:docMk/>
            <pc:sldMk cId="1235550454" sldId="270"/>
            <ac:spMk id="7" creationId="{5937CACB-48D3-9542-000C-FF152483A566}"/>
          </ac:spMkLst>
        </pc:spChg>
        <pc:spChg chg="add mod">
          <ac:chgData name="Thanh Huynh" userId="980917a970b97f82" providerId="LiveId" clId="{2F7C71E0-3046-4A82-B3E9-84E3BA6A2924}" dt="2026-02-27T20:21:00.911" v="2461" actId="207"/>
          <ac:spMkLst>
            <pc:docMk/>
            <pc:sldMk cId="1235550454" sldId="270"/>
            <ac:spMk id="8" creationId="{171579CF-B42F-7805-F2C7-7D404ACD1FE5}"/>
          </ac:spMkLst>
        </pc:spChg>
        <pc:spChg chg="add mod">
          <ac:chgData name="Thanh Huynh" userId="980917a970b97f82" providerId="LiveId" clId="{2F7C71E0-3046-4A82-B3E9-84E3BA6A2924}" dt="2026-02-27T20:20:50.966" v="2459" actId="207"/>
          <ac:spMkLst>
            <pc:docMk/>
            <pc:sldMk cId="1235550454" sldId="270"/>
            <ac:spMk id="9" creationId="{ED772738-BADD-639F-AF58-D68BCC3068B4}"/>
          </ac:spMkLst>
        </pc:spChg>
        <pc:spChg chg="add mod">
          <ac:chgData name="Thanh Huynh" userId="980917a970b97f82" providerId="LiveId" clId="{2F7C71E0-3046-4A82-B3E9-84E3BA6A2924}" dt="2026-02-27T20:21:29.549" v="2464" actId="2085"/>
          <ac:spMkLst>
            <pc:docMk/>
            <pc:sldMk cId="1235550454" sldId="270"/>
            <ac:spMk id="10" creationId="{5B6B765B-5502-8DB9-C1F6-7D5A46AFB6CF}"/>
          </ac:spMkLst>
        </pc:spChg>
        <pc:spChg chg="add mod">
          <ac:chgData name="Thanh Huynh" userId="980917a970b97f82" providerId="LiveId" clId="{2F7C71E0-3046-4A82-B3E9-84E3BA6A2924}" dt="2026-02-27T20:20:57.529" v="2460" actId="207"/>
          <ac:spMkLst>
            <pc:docMk/>
            <pc:sldMk cId="1235550454" sldId="270"/>
            <ac:spMk id="11" creationId="{D9861B44-2F5C-0CD6-3249-0B9C047AEB71}"/>
          </ac:spMkLst>
        </pc:spChg>
        <pc:spChg chg="add mod">
          <ac:chgData name="Thanh Huynh" userId="980917a970b97f82" providerId="LiveId" clId="{2F7C71E0-3046-4A82-B3E9-84E3BA6A2924}" dt="2026-02-27T20:21:39.438" v="2465" actId="207"/>
          <ac:spMkLst>
            <pc:docMk/>
            <pc:sldMk cId="1235550454" sldId="270"/>
            <ac:spMk id="12" creationId="{31AA6E93-A5D6-E2FD-9508-35F51C130552}"/>
          </ac:spMkLst>
        </pc:spChg>
        <pc:spChg chg="add del mod">
          <ac:chgData name="Thanh Huynh" userId="980917a970b97f82" providerId="LiveId" clId="{2F7C71E0-3046-4A82-B3E9-84E3BA6A2924}" dt="2026-02-27T20:34:00.330" v="2554" actId="478"/>
          <ac:spMkLst>
            <pc:docMk/>
            <pc:sldMk cId="1235550454" sldId="270"/>
            <ac:spMk id="34" creationId="{C8FEA0AD-027E-C68B-A584-899FCB6179FB}"/>
          </ac:spMkLst>
        </pc:spChg>
        <pc:spChg chg="add del mod">
          <ac:chgData name="Thanh Huynh" userId="980917a970b97f82" providerId="LiveId" clId="{2F7C71E0-3046-4A82-B3E9-84E3BA6A2924}" dt="2026-02-27T20:32:53.372" v="2546" actId="478"/>
          <ac:spMkLst>
            <pc:docMk/>
            <pc:sldMk cId="1235550454" sldId="270"/>
            <ac:spMk id="35" creationId="{BA14E796-283E-8EA0-2B2C-CE72F0CFB336}"/>
          </ac:spMkLst>
        </pc:spChg>
        <pc:spChg chg="add mod">
          <ac:chgData name="Thanh Huynh" userId="980917a970b97f82" providerId="LiveId" clId="{2F7C71E0-3046-4A82-B3E9-84E3BA6A2924}" dt="2026-02-27T20:36:36.521" v="2619" actId="1076"/>
          <ac:spMkLst>
            <pc:docMk/>
            <pc:sldMk cId="1235550454" sldId="270"/>
            <ac:spMk id="36" creationId="{8F11A346-00BC-9B2D-F4F4-096AA42971CB}"/>
          </ac:spMkLst>
        </pc:spChg>
        <pc:spChg chg="add mod">
          <ac:chgData name="Thanh Huynh" userId="980917a970b97f82" providerId="LiveId" clId="{2F7C71E0-3046-4A82-B3E9-84E3BA6A2924}" dt="2026-02-27T20:36:51.687" v="2620" actId="1076"/>
          <ac:spMkLst>
            <pc:docMk/>
            <pc:sldMk cId="1235550454" sldId="270"/>
            <ac:spMk id="37" creationId="{23F38356-99B2-634C-2208-B81152CE3201}"/>
          </ac:spMkLst>
        </pc:spChg>
        <pc:spChg chg="add mod">
          <ac:chgData name="Thanh Huynh" userId="980917a970b97f82" providerId="LiveId" clId="{2F7C71E0-3046-4A82-B3E9-84E3BA6A2924}" dt="2026-02-27T20:37:46.216" v="2627" actId="1076"/>
          <ac:spMkLst>
            <pc:docMk/>
            <pc:sldMk cId="1235550454" sldId="270"/>
            <ac:spMk id="38" creationId="{3A412779-084C-B200-FD86-F2671CF92BB1}"/>
          </ac:spMkLst>
        </pc:spChg>
        <pc:spChg chg="add mod">
          <ac:chgData name="Thanh Huynh" userId="980917a970b97f82" providerId="LiveId" clId="{2F7C71E0-3046-4A82-B3E9-84E3BA6A2924}" dt="2026-02-27T20:40:44.920" v="2634" actId="122"/>
          <ac:spMkLst>
            <pc:docMk/>
            <pc:sldMk cId="1235550454" sldId="270"/>
            <ac:spMk id="39" creationId="{6E470D7F-32DD-54A6-5463-A54B3FA981E5}"/>
          </ac:spMkLst>
        </pc:spChg>
        <pc:spChg chg="add mod">
          <ac:chgData name="Thanh Huynh" userId="980917a970b97f82" providerId="LiveId" clId="{2F7C71E0-3046-4A82-B3E9-84E3BA6A2924}" dt="2026-02-27T20:41:58.517" v="2643" actId="1076"/>
          <ac:spMkLst>
            <pc:docMk/>
            <pc:sldMk cId="1235550454" sldId="270"/>
            <ac:spMk id="40" creationId="{F071D5CA-5AD7-7151-EAB1-5E74D03A0194}"/>
          </ac:spMkLst>
        </pc:spChg>
        <pc:spChg chg="add mod">
          <ac:chgData name="Thanh Huynh" userId="980917a970b97f82" providerId="LiveId" clId="{2F7C71E0-3046-4A82-B3E9-84E3BA6A2924}" dt="2026-02-27T20:42:38.931" v="2651" actId="1076"/>
          <ac:spMkLst>
            <pc:docMk/>
            <pc:sldMk cId="1235550454" sldId="270"/>
            <ac:spMk id="41" creationId="{57C3E395-48C8-B278-E8C5-EE074B6AEC2F}"/>
          </ac:spMkLst>
        </pc:spChg>
        <pc:spChg chg="add mod">
          <ac:chgData name="Thanh Huynh" userId="980917a970b97f82" providerId="LiveId" clId="{2F7C71E0-3046-4A82-B3E9-84E3BA6A2924}" dt="2026-02-27T20:43:18.174" v="2658" actId="1076"/>
          <ac:spMkLst>
            <pc:docMk/>
            <pc:sldMk cId="1235550454" sldId="270"/>
            <ac:spMk id="42" creationId="{00135EDD-7D25-1E48-CB09-4AD54687A38C}"/>
          </ac:spMkLst>
        </pc:spChg>
        <pc:spChg chg="add mod">
          <ac:chgData name="Thanh Huynh" userId="980917a970b97f82" providerId="LiveId" clId="{2F7C71E0-3046-4A82-B3E9-84E3BA6A2924}" dt="2026-02-27T20:44:15.307" v="2667" actId="1076"/>
          <ac:spMkLst>
            <pc:docMk/>
            <pc:sldMk cId="1235550454" sldId="270"/>
            <ac:spMk id="43" creationId="{92D95AF9-8F0A-B509-4038-69A3531906A4}"/>
          </ac:spMkLst>
        </pc:spChg>
        <pc:grpChg chg="add mod">
          <ac:chgData name="Thanh Huynh" userId="980917a970b97f82" providerId="LiveId" clId="{2F7C71E0-3046-4A82-B3E9-84E3BA6A2924}" dt="2026-02-27T20:24:24.681" v="2479" actId="166"/>
          <ac:grpSpMkLst>
            <pc:docMk/>
            <pc:sldMk cId="1235550454" sldId="270"/>
            <ac:grpSpMk id="5" creationId="{993E9DD3-0DDD-5BB6-EE23-9C148AE4CE84}"/>
          </ac:grpSpMkLst>
        </pc:grpChg>
        <pc:grpChg chg="add mod">
          <ac:chgData name="Thanh Huynh" userId="980917a970b97f82" providerId="LiveId" clId="{2F7C71E0-3046-4A82-B3E9-84E3BA6A2924}" dt="2026-02-27T20:19:19.582" v="2455" actId="1076"/>
          <ac:grpSpMkLst>
            <pc:docMk/>
            <pc:sldMk cId="1235550454" sldId="270"/>
            <ac:grpSpMk id="13" creationId="{A60E624B-287C-EB59-B89E-0AB3E8BE3EFC}"/>
          </ac:grpSpMkLst>
        </pc:grpChg>
        <pc:picChg chg="add mod">
          <ac:chgData name="Thanh Huynh" userId="980917a970b97f82" providerId="LiveId" clId="{2F7C71E0-3046-4A82-B3E9-84E3BA6A2924}" dt="2026-02-27T20:25:41.341" v="2492" actId="1076"/>
          <ac:picMkLst>
            <pc:docMk/>
            <pc:sldMk cId="1235550454" sldId="270"/>
            <ac:picMk id="27" creationId="{DA4C0A7D-74A5-458B-3045-22A8D4AF076A}"/>
          </ac:picMkLst>
        </pc:picChg>
        <pc:picChg chg="add mod">
          <ac:chgData name="Thanh Huynh" userId="980917a970b97f82" providerId="LiveId" clId="{2F7C71E0-3046-4A82-B3E9-84E3BA6A2924}" dt="2026-02-27T20:26:05.123" v="2496" actId="1076"/>
          <ac:picMkLst>
            <pc:docMk/>
            <pc:sldMk cId="1235550454" sldId="270"/>
            <ac:picMk id="28" creationId="{47A41A50-44EF-92BF-A1E8-A3E43D0E642D}"/>
          </ac:picMkLst>
        </pc:picChg>
        <pc:picChg chg="add mod">
          <ac:chgData name="Thanh Huynh" userId="980917a970b97f82" providerId="LiveId" clId="{2F7C71E0-3046-4A82-B3E9-84E3BA6A2924}" dt="2026-02-27T20:26:40.377" v="2502" actId="207"/>
          <ac:picMkLst>
            <pc:docMk/>
            <pc:sldMk cId="1235550454" sldId="270"/>
            <ac:picMk id="30" creationId="{CBCDB6FF-6F6D-6AAD-9187-A01F4C34946E}"/>
          </ac:picMkLst>
        </pc:picChg>
        <pc:picChg chg="add mod">
          <ac:chgData name="Thanh Huynh" userId="980917a970b97f82" providerId="LiveId" clId="{2F7C71E0-3046-4A82-B3E9-84E3BA6A2924}" dt="2026-02-27T20:27:07.058" v="2504" actId="1076"/>
          <ac:picMkLst>
            <pc:docMk/>
            <pc:sldMk cId="1235550454" sldId="270"/>
            <ac:picMk id="31" creationId="{297F9D76-88BC-5F8F-A879-CD9EED02661A}"/>
          </ac:picMkLst>
        </pc:picChg>
        <pc:picChg chg="add mod">
          <ac:chgData name="Thanh Huynh" userId="980917a970b97f82" providerId="LiveId" clId="{2F7C71E0-3046-4A82-B3E9-84E3BA6A2924}" dt="2026-02-27T20:27:32.176" v="2506" actId="1076"/>
          <ac:picMkLst>
            <pc:docMk/>
            <pc:sldMk cId="1235550454" sldId="270"/>
            <ac:picMk id="32" creationId="{5CE1EFD3-6DE2-D544-57E0-1C18547231E4}"/>
          </ac:picMkLst>
        </pc:picChg>
        <pc:picChg chg="add mod">
          <ac:chgData name="Thanh Huynh" userId="980917a970b97f82" providerId="LiveId" clId="{2F7C71E0-3046-4A82-B3E9-84E3BA6A2924}" dt="2026-02-27T20:27:54.242" v="2510" actId="1076"/>
          <ac:picMkLst>
            <pc:docMk/>
            <pc:sldMk cId="1235550454" sldId="270"/>
            <ac:picMk id="33" creationId="{A27C6A49-3A5E-C27F-D331-D48503114F44}"/>
          </ac:picMkLst>
        </pc:picChg>
        <pc:picChg chg="add mod">
          <ac:chgData name="Thanh Huynh" userId="980917a970b97f82" providerId="LiveId" clId="{2F7C71E0-3046-4A82-B3E9-84E3BA6A2924}" dt="2026-02-27T20:18:52.272" v="2451" actId="1076"/>
          <ac:picMkLst>
            <pc:docMk/>
            <pc:sldMk cId="1235550454" sldId="270"/>
            <ac:picMk id="2050" creationId="{E69F8467-7602-FE48-C022-EE8D8D8AFD71}"/>
          </ac:picMkLst>
        </pc:picChg>
        <pc:picChg chg="add mod">
          <ac:chgData name="Thanh Huynh" userId="980917a970b97f82" providerId="LiveId" clId="{2F7C71E0-3046-4A82-B3E9-84E3BA6A2924}" dt="2026-02-27T20:19:19.582" v="2455" actId="1076"/>
          <ac:picMkLst>
            <pc:docMk/>
            <pc:sldMk cId="1235550454" sldId="270"/>
            <ac:picMk id="2052" creationId="{41282941-467B-727E-2885-C3FA6F638EB9}"/>
          </ac:picMkLst>
        </pc:picChg>
        <pc:cxnChg chg="add del mod ord">
          <ac:chgData name="Thanh Huynh" userId="980917a970b97f82" providerId="LiveId" clId="{2F7C71E0-3046-4A82-B3E9-84E3BA6A2924}" dt="2026-02-27T20:22:39.589" v="2469" actId="478"/>
          <ac:cxnSpMkLst>
            <pc:docMk/>
            <pc:sldMk cId="1235550454" sldId="270"/>
            <ac:cxnSpMk id="15" creationId="{84E7E03B-F949-40DA-7FD4-F0B152D67AAA}"/>
          </ac:cxnSpMkLst>
        </pc:cxnChg>
        <pc:cxnChg chg="add del mod">
          <ac:chgData name="Thanh Huynh" userId="980917a970b97f82" providerId="LiveId" clId="{2F7C71E0-3046-4A82-B3E9-84E3BA6A2924}" dt="2026-02-27T20:24:44.060" v="2482" actId="478"/>
          <ac:cxnSpMkLst>
            <pc:docMk/>
            <pc:sldMk cId="1235550454" sldId="270"/>
            <ac:cxnSpMk id="17" creationId="{6948B5E0-8E9D-3CBF-FBAB-A2325AABA39F}"/>
          </ac:cxnSpMkLst>
        </pc:cxnChg>
        <pc:cxnChg chg="add del mod">
          <ac:chgData name="Thanh Huynh" userId="980917a970b97f82" providerId="LiveId" clId="{2F7C71E0-3046-4A82-B3E9-84E3BA6A2924}" dt="2026-02-27T20:24:48.694" v="2484" actId="478"/>
          <ac:cxnSpMkLst>
            <pc:docMk/>
            <pc:sldMk cId="1235550454" sldId="270"/>
            <ac:cxnSpMk id="23" creationId="{F3E5D278-E4F4-82F2-8685-395C38C62697}"/>
          </ac:cxnSpMkLst>
        </pc:cxnChg>
        <pc:cxnChg chg="add del mod">
          <ac:chgData name="Thanh Huynh" userId="980917a970b97f82" providerId="LiveId" clId="{2F7C71E0-3046-4A82-B3E9-84E3BA6A2924}" dt="2026-02-27T20:24:46.584" v="2483" actId="478"/>
          <ac:cxnSpMkLst>
            <pc:docMk/>
            <pc:sldMk cId="1235550454" sldId="270"/>
            <ac:cxnSpMk id="25" creationId="{83545F2E-CA26-1E60-05D2-E00DEABD51C0}"/>
          </ac:cxnSpMkLst>
        </pc:cxnChg>
        <pc:cxnChg chg="add mod">
          <ac:chgData name="Thanh Huynh" userId="980917a970b97f82" providerId="LiveId" clId="{2F7C71E0-3046-4A82-B3E9-84E3BA6A2924}" dt="2026-02-27T20:45:10.845" v="2669"/>
          <ac:cxnSpMkLst>
            <pc:docMk/>
            <pc:sldMk cId="1235550454" sldId="270"/>
            <ac:cxnSpMk id="44" creationId="{A7F0EAE1-FD18-A36D-8509-DCF91FDC062D}"/>
          </ac:cxnSpMkLst>
        </pc:cxnChg>
        <pc:cxnChg chg="add mod">
          <ac:chgData name="Thanh Huynh" userId="980917a970b97f82" providerId="LiveId" clId="{2F7C71E0-3046-4A82-B3E9-84E3BA6A2924}" dt="2026-02-27T20:45:19.752" v="2670"/>
          <ac:cxnSpMkLst>
            <pc:docMk/>
            <pc:sldMk cId="1235550454" sldId="270"/>
            <ac:cxnSpMk id="45" creationId="{6386AA5F-010A-9F92-A95A-21E38B5B8F46}"/>
          </ac:cxnSpMkLst>
        </pc:cxnChg>
      </pc:sldChg>
      <pc:sldChg chg="add del">
        <pc:chgData name="Thanh Huynh" userId="980917a970b97f82" providerId="LiveId" clId="{2F7C71E0-3046-4A82-B3E9-84E3BA6A2924}" dt="2026-02-27T21:59:50.604" v="3075" actId="2696"/>
        <pc:sldMkLst>
          <pc:docMk/>
          <pc:sldMk cId="1711586885" sldId="271"/>
        </pc:sldMkLst>
      </pc:sldChg>
      <pc:sldChg chg="add del">
        <pc:chgData name="Thanh Huynh" userId="980917a970b97f82" providerId="LiveId" clId="{2F7C71E0-3046-4A82-B3E9-84E3BA6A2924}" dt="2026-02-28T05:20:26.057" v="3764" actId="2696"/>
        <pc:sldMkLst>
          <pc:docMk/>
          <pc:sldMk cId="1804270644" sldId="271"/>
        </pc:sldMkLst>
      </pc:sldChg>
      <pc:sldChg chg="addSp delSp modSp add mod modNotesTx">
        <pc:chgData name="Thanh Huynh" userId="980917a970b97f82" providerId="LiveId" clId="{2F7C71E0-3046-4A82-B3E9-84E3BA6A2924}" dt="2026-02-28T18:24:24.954" v="6660" actId="6549"/>
        <pc:sldMkLst>
          <pc:docMk/>
          <pc:sldMk cId="2120381336" sldId="271"/>
        </pc:sldMkLst>
        <pc:spChg chg="mod">
          <ac:chgData name="Thanh Huynh" userId="980917a970b97f82" providerId="LiveId" clId="{2F7C71E0-3046-4A82-B3E9-84E3BA6A2924}" dt="2026-02-28T15:18:30.325" v="5759" actId="114"/>
          <ac:spMkLst>
            <pc:docMk/>
            <pc:sldMk cId="2120381336" sldId="271"/>
            <ac:spMk id="2" creationId="{DA1AE3F4-9DF6-193F-4778-FE87D10AF08F}"/>
          </ac:spMkLst>
        </pc:spChg>
        <pc:spChg chg="add mod">
          <ac:chgData name="Thanh Huynh" userId="980917a970b97f82" providerId="LiveId" clId="{2F7C71E0-3046-4A82-B3E9-84E3BA6A2924}" dt="2026-02-28T07:19:48.987" v="5383" actId="1076"/>
          <ac:spMkLst>
            <pc:docMk/>
            <pc:sldMk cId="2120381336" sldId="271"/>
            <ac:spMk id="4" creationId="{6E91EBE5-9F7F-15B7-566F-13AE02501356}"/>
          </ac:spMkLst>
        </pc:spChg>
        <pc:spChg chg="add del mod">
          <ac:chgData name="Thanh Huynh" userId="980917a970b97f82" providerId="LiveId" clId="{2F7C71E0-3046-4A82-B3E9-84E3BA6A2924}" dt="2026-02-28T06:44:09.506" v="4853" actId="478"/>
          <ac:spMkLst>
            <pc:docMk/>
            <pc:sldMk cId="2120381336" sldId="271"/>
            <ac:spMk id="5" creationId="{D86D3D49-AD32-35B6-ED55-86B8A6A9A692}"/>
          </ac:spMkLst>
        </pc:spChg>
        <pc:spChg chg="add del mod">
          <ac:chgData name="Thanh Huynh" userId="980917a970b97f82" providerId="LiveId" clId="{2F7C71E0-3046-4A82-B3E9-84E3BA6A2924}" dt="2026-02-28T06:44:18.910" v="4856" actId="478"/>
          <ac:spMkLst>
            <pc:docMk/>
            <pc:sldMk cId="2120381336" sldId="271"/>
            <ac:spMk id="6" creationId="{2ED66294-0429-E015-2A6E-32C92410F45A}"/>
          </ac:spMkLst>
        </pc:spChg>
        <pc:spChg chg="add del mod">
          <ac:chgData name="Thanh Huynh" userId="980917a970b97f82" providerId="LiveId" clId="{2F7C71E0-3046-4A82-B3E9-84E3BA6A2924}" dt="2026-02-28T06:44:30.517" v="4859" actId="478"/>
          <ac:spMkLst>
            <pc:docMk/>
            <pc:sldMk cId="2120381336" sldId="271"/>
            <ac:spMk id="7" creationId="{A80C3758-D888-0B99-32E3-E91E7CCEEE74}"/>
          </ac:spMkLst>
        </pc:spChg>
        <pc:spChg chg="del">
          <ac:chgData name="Thanh Huynh" userId="980917a970b97f82" providerId="LiveId" clId="{2F7C71E0-3046-4A82-B3E9-84E3BA6A2924}" dt="2026-02-28T06:41:10.415" v="4831" actId="478"/>
          <ac:spMkLst>
            <pc:docMk/>
            <pc:sldMk cId="2120381336" sldId="271"/>
            <ac:spMk id="8" creationId="{694C2817-195F-1E1A-3768-9611DF970D2C}"/>
          </ac:spMkLst>
        </pc:spChg>
        <pc:spChg chg="add mod">
          <ac:chgData name="Thanh Huynh" userId="980917a970b97f82" providerId="LiveId" clId="{2F7C71E0-3046-4A82-B3E9-84E3BA6A2924}" dt="2026-02-28T07:00:48.425" v="5021" actId="1076"/>
          <ac:spMkLst>
            <pc:docMk/>
            <pc:sldMk cId="2120381336" sldId="271"/>
            <ac:spMk id="9" creationId="{BDA7BD53-FD47-532F-34C3-99C74FF22E8E}"/>
          </ac:spMkLst>
        </pc:spChg>
        <pc:spChg chg="mod">
          <ac:chgData name="Thanh Huynh" userId="980917a970b97f82" providerId="LiveId" clId="{2F7C71E0-3046-4A82-B3E9-84E3BA6A2924}" dt="2026-02-28T07:25:38.675" v="5463" actId="1076"/>
          <ac:spMkLst>
            <pc:docMk/>
            <pc:sldMk cId="2120381336" sldId="271"/>
            <ac:spMk id="10" creationId="{D2B98431-A6CF-EDF1-E7DE-1665AF49D33B}"/>
          </ac:spMkLst>
        </pc:spChg>
        <pc:spChg chg="del">
          <ac:chgData name="Thanh Huynh" userId="980917a970b97f82" providerId="LiveId" clId="{2F7C71E0-3046-4A82-B3E9-84E3BA6A2924}" dt="2026-02-28T06:45:37.759" v="4878" actId="478"/>
          <ac:spMkLst>
            <pc:docMk/>
            <pc:sldMk cId="2120381336" sldId="271"/>
            <ac:spMk id="11" creationId="{8DD4422C-9A45-4C9C-2868-7E96F476CB4C}"/>
          </ac:spMkLst>
        </pc:spChg>
        <pc:spChg chg="add mod">
          <ac:chgData name="Thanh Huynh" userId="980917a970b97f82" providerId="LiveId" clId="{2F7C71E0-3046-4A82-B3E9-84E3BA6A2924}" dt="2026-02-28T07:09:02.375" v="5130" actId="1076"/>
          <ac:spMkLst>
            <pc:docMk/>
            <pc:sldMk cId="2120381336" sldId="271"/>
            <ac:spMk id="13" creationId="{31DDEADB-3F01-4DAF-91E7-17DA13E8FDF9}"/>
          </ac:spMkLst>
        </pc:spChg>
        <pc:spChg chg="add mod">
          <ac:chgData name="Thanh Huynh" userId="980917a970b97f82" providerId="LiveId" clId="{2F7C71E0-3046-4A82-B3E9-84E3BA6A2924}" dt="2026-02-28T06:57:12.163" v="4995"/>
          <ac:spMkLst>
            <pc:docMk/>
            <pc:sldMk cId="2120381336" sldId="271"/>
            <ac:spMk id="14" creationId="{07EE5BA9-01C7-E3CC-F527-F04A983055F4}"/>
          </ac:spMkLst>
        </pc:spChg>
        <pc:spChg chg="mod">
          <ac:chgData name="Thanh Huynh" userId="980917a970b97f82" providerId="LiveId" clId="{2F7C71E0-3046-4A82-B3E9-84E3BA6A2924}" dt="2026-02-28T07:24:19.591" v="5454" actId="1076"/>
          <ac:spMkLst>
            <pc:docMk/>
            <pc:sldMk cId="2120381336" sldId="271"/>
            <ac:spMk id="15" creationId="{8A43BDB4-3CBB-C9E0-2EE9-120EE72855C8}"/>
          </ac:spMkLst>
        </pc:spChg>
        <pc:spChg chg="mod">
          <ac:chgData name="Thanh Huynh" userId="980917a970b97f82" providerId="LiveId" clId="{2F7C71E0-3046-4A82-B3E9-84E3BA6A2924}" dt="2026-02-28T07:26:00.058" v="5464" actId="1076"/>
          <ac:spMkLst>
            <pc:docMk/>
            <pc:sldMk cId="2120381336" sldId="271"/>
            <ac:spMk id="16" creationId="{298AA014-A790-B4DA-ED81-33B62A90B735}"/>
          </ac:spMkLst>
        </pc:spChg>
        <pc:spChg chg="mod">
          <ac:chgData name="Thanh Huynh" userId="980917a970b97f82" providerId="LiveId" clId="{2F7C71E0-3046-4A82-B3E9-84E3BA6A2924}" dt="2026-02-28T07:24:05.165" v="5452" actId="1076"/>
          <ac:spMkLst>
            <pc:docMk/>
            <pc:sldMk cId="2120381336" sldId="271"/>
            <ac:spMk id="18" creationId="{ACF68C29-470E-6B7F-380E-72D6A9752CDA}"/>
          </ac:spMkLst>
        </pc:spChg>
        <pc:spChg chg="mod">
          <ac:chgData name="Thanh Huynh" userId="980917a970b97f82" providerId="LiveId" clId="{2F7C71E0-3046-4A82-B3E9-84E3BA6A2924}" dt="2026-02-28T07:26:07.695" v="5465" actId="1076"/>
          <ac:spMkLst>
            <pc:docMk/>
            <pc:sldMk cId="2120381336" sldId="271"/>
            <ac:spMk id="19" creationId="{91BCCEB4-49A9-2C28-AEF2-8F1136359271}"/>
          </ac:spMkLst>
        </pc:spChg>
        <pc:spChg chg="del">
          <ac:chgData name="Thanh Huynh" userId="980917a970b97f82" providerId="LiveId" clId="{2F7C71E0-3046-4A82-B3E9-84E3BA6A2924}" dt="2026-02-28T06:41:10.415" v="4831" actId="478"/>
          <ac:spMkLst>
            <pc:docMk/>
            <pc:sldMk cId="2120381336" sldId="271"/>
            <ac:spMk id="20" creationId="{84E2CADB-486B-8D34-8CBB-CC1D99758F0C}"/>
          </ac:spMkLst>
        </pc:spChg>
        <pc:spChg chg="mod">
          <ac:chgData name="Thanh Huynh" userId="980917a970b97f82" providerId="LiveId" clId="{2F7C71E0-3046-4A82-B3E9-84E3BA6A2924}" dt="2026-02-28T07:23:44.334" v="5450" actId="1076"/>
          <ac:spMkLst>
            <pc:docMk/>
            <pc:sldMk cId="2120381336" sldId="271"/>
            <ac:spMk id="21" creationId="{663F7E1D-C9E4-7EA5-883B-B060BF882CED}"/>
          </ac:spMkLst>
        </pc:spChg>
        <pc:spChg chg="del">
          <ac:chgData name="Thanh Huynh" userId="980917a970b97f82" providerId="LiveId" clId="{2F7C71E0-3046-4A82-B3E9-84E3BA6A2924}" dt="2026-02-28T06:41:10.415" v="4831" actId="478"/>
          <ac:spMkLst>
            <pc:docMk/>
            <pc:sldMk cId="2120381336" sldId="271"/>
            <ac:spMk id="22" creationId="{2A6CD721-F5A0-FBF5-B55B-A64C77406926}"/>
          </ac:spMkLst>
        </pc:spChg>
        <pc:spChg chg="del">
          <ac:chgData name="Thanh Huynh" userId="980917a970b97f82" providerId="LiveId" clId="{2F7C71E0-3046-4A82-B3E9-84E3BA6A2924}" dt="2026-02-28T06:41:10.415" v="4831" actId="478"/>
          <ac:spMkLst>
            <pc:docMk/>
            <pc:sldMk cId="2120381336" sldId="271"/>
            <ac:spMk id="23" creationId="{577709FC-AC4A-D476-F80E-75EB9E136278}"/>
          </ac:spMkLst>
        </pc:spChg>
        <pc:spChg chg="add mod">
          <ac:chgData name="Thanh Huynh" userId="980917a970b97f82" providerId="LiveId" clId="{2F7C71E0-3046-4A82-B3E9-84E3BA6A2924}" dt="2026-02-28T07:25:34.562" v="5462" actId="1076"/>
          <ac:spMkLst>
            <pc:docMk/>
            <pc:sldMk cId="2120381336" sldId="271"/>
            <ac:spMk id="24" creationId="{5B8E1567-8276-9003-88AC-5B0AD6B23C4E}"/>
          </ac:spMkLst>
        </pc:spChg>
        <pc:spChg chg="add mod">
          <ac:chgData name="Thanh Huynh" userId="980917a970b97f82" providerId="LiveId" clId="{2F7C71E0-3046-4A82-B3E9-84E3BA6A2924}" dt="2026-02-28T06:49:06.360" v="4910" actId="164"/>
          <ac:spMkLst>
            <pc:docMk/>
            <pc:sldMk cId="2120381336" sldId="271"/>
            <ac:spMk id="25" creationId="{80ACDA1C-A6CE-EF9E-DC3F-37AE52103799}"/>
          </ac:spMkLst>
        </pc:spChg>
        <pc:spChg chg="add mod">
          <ac:chgData name="Thanh Huynh" userId="980917a970b97f82" providerId="LiveId" clId="{2F7C71E0-3046-4A82-B3E9-84E3BA6A2924}" dt="2026-02-28T07:01:18.367" v="5024" actId="1076"/>
          <ac:spMkLst>
            <pc:docMk/>
            <pc:sldMk cId="2120381336" sldId="271"/>
            <ac:spMk id="26" creationId="{C3CF7B03-688C-4490-01BB-C7C53204F623}"/>
          </ac:spMkLst>
        </pc:spChg>
        <pc:spChg chg="add mod">
          <ac:chgData name="Thanh Huynh" userId="980917a970b97f82" providerId="LiveId" clId="{2F7C71E0-3046-4A82-B3E9-84E3BA6A2924}" dt="2026-02-28T06:49:08.693" v="4911"/>
          <ac:spMkLst>
            <pc:docMk/>
            <pc:sldMk cId="2120381336" sldId="271"/>
            <ac:spMk id="31" creationId="{B3B93827-5CD2-A764-7F36-AA5A433C9D33}"/>
          </ac:spMkLst>
        </pc:spChg>
        <pc:spChg chg="del mod">
          <ac:chgData name="Thanh Huynh" userId="980917a970b97f82" providerId="LiveId" clId="{2F7C71E0-3046-4A82-B3E9-84E3BA6A2924}" dt="2026-02-28T06:41:20.381" v="4834" actId="478"/>
          <ac:spMkLst>
            <pc:docMk/>
            <pc:sldMk cId="2120381336" sldId="271"/>
            <ac:spMk id="35" creationId="{137C97F1-42B2-05C9-D521-47C6E21B5B79}"/>
          </ac:spMkLst>
        </pc:spChg>
        <pc:spChg chg="del">
          <ac:chgData name="Thanh Huynh" userId="980917a970b97f82" providerId="LiveId" clId="{2F7C71E0-3046-4A82-B3E9-84E3BA6A2924}" dt="2026-02-28T06:41:10.415" v="4831" actId="478"/>
          <ac:spMkLst>
            <pc:docMk/>
            <pc:sldMk cId="2120381336" sldId="271"/>
            <ac:spMk id="36" creationId="{7B0C90A8-D3F9-DE34-358F-9CA95A0B95C3}"/>
          </ac:spMkLst>
        </pc:spChg>
        <pc:spChg chg="del">
          <ac:chgData name="Thanh Huynh" userId="980917a970b97f82" providerId="LiveId" clId="{2F7C71E0-3046-4A82-B3E9-84E3BA6A2924}" dt="2026-02-28T06:41:10.415" v="4831" actId="478"/>
          <ac:spMkLst>
            <pc:docMk/>
            <pc:sldMk cId="2120381336" sldId="271"/>
            <ac:spMk id="37" creationId="{704AEF27-03EF-D354-9A0B-EEF3EED6C4F0}"/>
          </ac:spMkLst>
        </pc:spChg>
        <pc:spChg chg="del">
          <ac:chgData name="Thanh Huynh" userId="980917a970b97f82" providerId="LiveId" clId="{2F7C71E0-3046-4A82-B3E9-84E3BA6A2924}" dt="2026-02-28T06:41:10.415" v="4831" actId="478"/>
          <ac:spMkLst>
            <pc:docMk/>
            <pc:sldMk cId="2120381336" sldId="271"/>
            <ac:spMk id="38" creationId="{F38BEAD8-390E-8FCC-21E6-45B7AA224512}"/>
          </ac:spMkLst>
        </pc:spChg>
        <pc:spChg chg="del">
          <ac:chgData name="Thanh Huynh" userId="980917a970b97f82" providerId="LiveId" clId="{2F7C71E0-3046-4A82-B3E9-84E3BA6A2924}" dt="2026-02-28T06:41:10.415" v="4831" actId="478"/>
          <ac:spMkLst>
            <pc:docMk/>
            <pc:sldMk cId="2120381336" sldId="271"/>
            <ac:spMk id="39" creationId="{C69ADD1A-A1A1-6B32-92A3-1CFD4E5B16A0}"/>
          </ac:spMkLst>
        </pc:spChg>
        <pc:spChg chg="del">
          <ac:chgData name="Thanh Huynh" userId="980917a970b97f82" providerId="LiveId" clId="{2F7C71E0-3046-4A82-B3E9-84E3BA6A2924}" dt="2026-02-28T06:41:10.415" v="4831" actId="478"/>
          <ac:spMkLst>
            <pc:docMk/>
            <pc:sldMk cId="2120381336" sldId="271"/>
            <ac:spMk id="40" creationId="{6D586556-2255-3B3E-F597-B09695A66A2F}"/>
          </ac:spMkLst>
        </pc:spChg>
        <pc:spChg chg="del">
          <ac:chgData name="Thanh Huynh" userId="980917a970b97f82" providerId="LiveId" clId="{2F7C71E0-3046-4A82-B3E9-84E3BA6A2924}" dt="2026-02-28T06:41:10.415" v="4831" actId="478"/>
          <ac:spMkLst>
            <pc:docMk/>
            <pc:sldMk cId="2120381336" sldId="271"/>
            <ac:spMk id="41" creationId="{639DA99A-53A3-B0BA-B535-79195F799169}"/>
          </ac:spMkLst>
        </pc:spChg>
        <pc:spChg chg="mod">
          <ac:chgData name="Thanh Huynh" userId="980917a970b97f82" providerId="LiveId" clId="{2F7C71E0-3046-4A82-B3E9-84E3BA6A2924}" dt="2026-02-28T06:50:20.758" v="4915" actId="207"/>
          <ac:spMkLst>
            <pc:docMk/>
            <pc:sldMk cId="2120381336" sldId="271"/>
            <ac:spMk id="42" creationId="{97F35A13-1A5A-CBC8-2FBE-96342C4FD744}"/>
          </ac:spMkLst>
        </pc:spChg>
        <pc:spChg chg="mod">
          <ac:chgData name="Thanh Huynh" userId="980917a970b97f82" providerId="LiveId" clId="{2F7C71E0-3046-4A82-B3E9-84E3BA6A2924}" dt="2026-02-28T07:01:05.993" v="5023" actId="1076"/>
          <ac:spMkLst>
            <pc:docMk/>
            <pc:sldMk cId="2120381336" sldId="271"/>
            <ac:spMk id="43" creationId="{BDA67253-F195-8689-05CD-EB8C6DB8B2C3}"/>
          </ac:spMkLst>
        </pc:spChg>
        <pc:spChg chg="mod">
          <ac:chgData name="Thanh Huynh" userId="980917a970b97f82" providerId="LiveId" clId="{2F7C71E0-3046-4A82-B3E9-84E3BA6A2924}" dt="2026-02-28T06:51:23.498" v="4925" actId="207"/>
          <ac:spMkLst>
            <pc:docMk/>
            <pc:sldMk cId="2120381336" sldId="271"/>
            <ac:spMk id="45" creationId="{F539BB4B-3339-598C-220B-29A8C3FA703B}"/>
          </ac:spMkLst>
        </pc:spChg>
        <pc:spChg chg="mod">
          <ac:chgData name="Thanh Huynh" userId="980917a970b97f82" providerId="LiveId" clId="{2F7C71E0-3046-4A82-B3E9-84E3BA6A2924}" dt="2026-02-28T07:00:52.709" v="5022" actId="1076"/>
          <ac:spMkLst>
            <pc:docMk/>
            <pc:sldMk cId="2120381336" sldId="271"/>
            <ac:spMk id="46" creationId="{CE0A3389-7461-017E-6345-42E056A040BB}"/>
          </ac:spMkLst>
        </pc:spChg>
        <pc:spChg chg="mod">
          <ac:chgData name="Thanh Huynh" userId="980917a970b97f82" providerId="LiveId" clId="{2F7C71E0-3046-4A82-B3E9-84E3BA6A2924}" dt="2026-02-28T07:01:36.288" v="5028" actId="14100"/>
          <ac:spMkLst>
            <pc:docMk/>
            <pc:sldMk cId="2120381336" sldId="271"/>
            <ac:spMk id="48" creationId="{857DC1F2-0143-7FCA-4A78-E63FE9E070A5}"/>
          </ac:spMkLst>
        </pc:spChg>
        <pc:spChg chg="mod">
          <ac:chgData name="Thanh Huynh" userId="980917a970b97f82" providerId="LiveId" clId="{2F7C71E0-3046-4A82-B3E9-84E3BA6A2924}" dt="2026-02-28T07:01:51.779" v="5030" actId="1076"/>
          <ac:spMkLst>
            <pc:docMk/>
            <pc:sldMk cId="2120381336" sldId="271"/>
            <ac:spMk id="49" creationId="{685F594E-70C9-B199-100D-9812A626C56B}"/>
          </ac:spMkLst>
        </pc:spChg>
        <pc:spChg chg="add mod">
          <ac:chgData name="Thanh Huynh" userId="980917a970b97f82" providerId="LiveId" clId="{2F7C71E0-3046-4A82-B3E9-84E3BA6A2924}" dt="2026-02-28T07:07:41.018" v="5108" actId="14100"/>
          <ac:spMkLst>
            <pc:docMk/>
            <pc:sldMk cId="2120381336" sldId="271"/>
            <ac:spMk id="50" creationId="{E0DFF7F7-B39E-26DF-E719-D651B587CF77}"/>
          </ac:spMkLst>
        </pc:spChg>
        <pc:spChg chg="mod">
          <ac:chgData name="Thanh Huynh" userId="980917a970b97f82" providerId="LiveId" clId="{2F7C71E0-3046-4A82-B3E9-84E3BA6A2924}" dt="2026-02-28T06:52:49.052" v="4934"/>
          <ac:spMkLst>
            <pc:docMk/>
            <pc:sldMk cId="2120381336" sldId="271"/>
            <ac:spMk id="52" creationId="{603ECE7B-BF1C-6EC2-6043-50D472FB3DCD}"/>
          </ac:spMkLst>
        </pc:spChg>
        <pc:spChg chg="mod">
          <ac:chgData name="Thanh Huynh" userId="980917a970b97f82" providerId="LiveId" clId="{2F7C71E0-3046-4A82-B3E9-84E3BA6A2924}" dt="2026-02-28T07:02:03.470" v="5031" actId="1076"/>
          <ac:spMkLst>
            <pc:docMk/>
            <pc:sldMk cId="2120381336" sldId="271"/>
            <ac:spMk id="53" creationId="{8D908998-786C-4516-1BD6-1300E63F2312}"/>
          </ac:spMkLst>
        </pc:spChg>
        <pc:spChg chg="add mod">
          <ac:chgData name="Thanh Huynh" userId="980917a970b97f82" providerId="LiveId" clId="{2F7C71E0-3046-4A82-B3E9-84E3BA6A2924}" dt="2026-02-28T07:08:28.695" v="5111" actId="1076"/>
          <ac:spMkLst>
            <pc:docMk/>
            <pc:sldMk cId="2120381336" sldId="271"/>
            <ac:spMk id="54" creationId="{EA8ECA2A-75B3-C3EF-7337-060921C54905}"/>
          </ac:spMkLst>
        </pc:spChg>
        <pc:spChg chg="mod">
          <ac:chgData name="Thanh Huynh" userId="980917a970b97f82" providerId="LiveId" clId="{2F7C71E0-3046-4A82-B3E9-84E3BA6A2924}" dt="2026-02-28T07:02:46.860" v="5033"/>
          <ac:spMkLst>
            <pc:docMk/>
            <pc:sldMk cId="2120381336" sldId="271"/>
            <ac:spMk id="56" creationId="{ACD4254E-84B7-70A2-4846-83F7B2E8997D}"/>
          </ac:spMkLst>
        </pc:spChg>
        <pc:spChg chg="mod">
          <ac:chgData name="Thanh Huynh" userId="980917a970b97f82" providerId="LiveId" clId="{2F7C71E0-3046-4A82-B3E9-84E3BA6A2924}" dt="2026-02-28T07:03:24.142" v="5052" actId="20577"/>
          <ac:spMkLst>
            <pc:docMk/>
            <pc:sldMk cId="2120381336" sldId="271"/>
            <ac:spMk id="57" creationId="{B3A9B1B0-0C03-FD5B-8224-C5BA52F6EE0A}"/>
          </ac:spMkLst>
        </pc:spChg>
        <pc:spChg chg="mod">
          <ac:chgData name="Thanh Huynh" userId="980917a970b97f82" providerId="LiveId" clId="{2F7C71E0-3046-4A82-B3E9-84E3BA6A2924}" dt="2026-02-28T07:03:32.948" v="5053"/>
          <ac:spMkLst>
            <pc:docMk/>
            <pc:sldMk cId="2120381336" sldId="271"/>
            <ac:spMk id="59" creationId="{9ECB86A8-34D1-1501-F093-EB5ED8379DFE}"/>
          </ac:spMkLst>
        </pc:spChg>
        <pc:spChg chg="mod">
          <ac:chgData name="Thanh Huynh" userId="980917a970b97f82" providerId="LiveId" clId="{2F7C71E0-3046-4A82-B3E9-84E3BA6A2924}" dt="2026-02-28T07:04:12.066" v="5075" actId="20577"/>
          <ac:spMkLst>
            <pc:docMk/>
            <pc:sldMk cId="2120381336" sldId="271"/>
            <ac:spMk id="60" creationId="{15795D88-A8AD-A2AB-A253-5867A789FE22}"/>
          </ac:spMkLst>
        </pc:spChg>
        <pc:spChg chg="add mod">
          <ac:chgData name="Thanh Huynh" userId="980917a970b97f82" providerId="LiveId" clId="{2F7C71E0-3046-4A82-B3E9-84E3BA6A2924}" dt="2026-02-28T07:23:11.380" v="5448" actId="14100"/>
          <ac:spMkLst>
            <pc:docMk/>
            <pc:sldMk cId="2120381336" sldId="271"/>
            <ac:spMk id="61" creationId="{895CA1D8-FF4E-989F-721C-906CDF2AB951}"/>
          </ac:spMkLst>
        </pc:spChg>
        <pc:spChg chg="mod">
          <ac:chgData name="Thanh Huynh" userId="980917a970b97f82" providerId="LiveId" clId="{2F7C71E0-3046-4A82-B3E9-84E3BA6A2924}" dt="2026-02-28T07:05:46.734" v="5083"/>
          <ac:spMkLst>
            <pc:docMk/>
            <pc:sldMk cId="2120381336" sldId="271"/>
            <ac:spMk id="63" creationId="{E7D48243-F1BF-DA3C-D56E-C6E30D8F4B05}"/>
          </ac:spMkLst>
        </pc:spChg>
        <pc:spChg chg="mod">
          <ac:chgData name="Thanh Huynh" userId="980917a970b97f82" providerId="LiveId" clId="{2F7C71E0-3046-4A82-B3E9-84E3BA6A2924}" dt="2026-02-28T07:06:21.574" v="5101" actId="20577"/>
          <ac:spMkLst>
            <pc:docMk/>
            <pc:sldMk cId="2120381336" sldId="271"/>
            <ac:spMk id="64" creationId="{9225A9F1-136A-D1ED-1B3F-6A3E80680130}"/>
          </ac:spMkLst>
        </pc:spChg>
        <pc:spChg chg="add mod">
          <ac:chgData name="Thanh Huynh" userId="980917a970b97f82" providerId="LiveId" clId="{2F7C71E0-3046-4A82-B3E9-84E3BA6A2924}" dt="2026-02-28T07:07:59.757" v="5109" actId="1076"/>
          <ac:spMkLst>
            <pc:docMk/>
            <pc:sldMk cId="2120381336" sldId="271"/>
            <ac:spMk id="65" creationId="{EBE694A6-2C2C-B23D-5B6D-9D9E24BDD5C5}"/>
          </ac:spMkLst>
        </pc:spChg>
        <pc:spChg chg="mod">
          <ac:chgData name="Thanh Huynh" userId="980917a970b97f82" providerId="LiveId" clId="{2F7C71E0-3046-4A82-B3E9-84E3BA6A2924}" dt="2026-02-28T07:08:42.320" v="5113"/>
          <ac:spMkLst>
            <pc:docMk/>
            <pc:sldMk cId="2120381336" sldId="271"/>
            <ac:spMk id="67" creationId="{EC1DB546-6412-AE98-7977-2554F5FFE332}"/>
          </ac:spMkLst>
        </pc:spChg>
        <pc:spChg chg="mod">
          <ac:chgData name="Thanh Huynh" userId="980917a970b97f82" providerId="LiveId" clId="{2F7C71E0-3046-4A82-B3E9-84E3BA6A2924}" dt="2026-02-28T07:08:57.559" v="5128" actId="20577"/>
          <ac:spMkLst>
            <pc:docMk/>
            <pc:sldMk cId="2120381336" sldId="271"/>
            <ac:spMk id="68" creationId="{B0304C9C-1D8E-7158-1F21-C69F53B411DF}"/>
          </ac:spMkLst>
        </pc:spChg>
        <pc:spChg chg="mod">
          <ac:chgData name="Thanh Huynh" userId="980917a970b97f82" providerId="LiveId" clId="{2F7C71E0-3046-4A82-B3E9-84E3BA6A2924}" dt="2026-02-28T07:09:04.109" v="5131"/>
          <ac:spMkLst>
            <pc:docMk/>
            <pc:sldMk cId="2120381336" sldId="271"/>
            <ac:spMk id="70" creationId="{991DAB7E-863F-E14D-AD0E-3FFA4529C7E2}"/>
          </ac:spMkLst>
        </pc:spChg>
        <pc:spChg chg="mod">
          <ac:chgData name="Thanh Huynh" userId="980917a970b97f82" providerId="LiveId" clId="{2F7C71E0-3046-4A82-B3E9-84E3BA6A2924}" dt="2026-02-28T07:09:30.952" v="5164" actId="20577"/>
          <ac:spMkLst>
            <pc:docMk/>
            <pc:sldMk cId="2120381336" sldId="271"/>
            <ac:spMk id="71" creationId="{9E584E2F-4495-F454-360E-759C32D3EEFF}"/>
          </ac:spMkLst>
        </pc:spChg>
        <pc:spChg chg="add mod">
          <ac:chgData name="Thanh Huynh" userId="980917a970b97f82" providerId="LiveId" clId="{2F7C71E0-3046-4A82-B3E9-84E3BA6A2924}" dt="2026-02-28T07:10:05.762" v="5167" actId="1076"/>
          <ac:spMkLst>
            <pc:docMk/>
            <pc:sldMk cId="2120381336" sldId="271"/>
            <ac:spMk id="72" creationId="{44FF3B39-E115-1E81-2E74-4983AA2DC3FE}"/>
          </ac:spMkLst>
        </pc:spChg>
        <pc:spChg chg="add mod">
          <ac:chgData name="Thanh Huynh" userId="980917a970b97f82" providerId="LiveId" clId="{2F7C71E0-3046-4A82-B3E9-84E3BA6A2924}" dt="2026-02-28T07:10:37.326" v="5168"/>
          <ac:spMkLst>
            <pc:docMk/>
            <pc:sldMk cId="2120381336" sldId="271"/>
            <ac:spMk id="73" creationId="{D7857196-C0C0-E0AA-7713-0CB8A41C76DD}"/>
          </ac:spMkLst>
        </pc:spChg>
        <pc:spChg chg="add mod">
          <ac:chgData name="Thanh Huynh" userId="980917a970b97f82" providerId="LiveId" clId="{2F7C71E0-3046-4A82-B3E9-84E3BA6A2924}" dt="2026-02-28T07:11:42.682" v="5175" actId="20577"/>
          <ac:spMkLst>
            <pc:docMk/>
            <pc:sldMk cId="2120381336" sldId="271"/>
            <ac:spMk id="74" creationId="{8DEFADA8-8E35-18F7-39B3-075520349DA1}"/>
          </ac:spMkLst>
        </pc:spChg>
        <pc:spChg chg="add mod">
          <ac:chgData name="Thanh Huynh" userId="980917a970b97f82" providerId="LiveId" clId="{2F7C71E0-3046-4A82-B3E9-84E3BA6A2924}" dt="2026-02-28T07:13:28.310" v="5203" actId="5793"/>
          <ac:spMkLst>
            <pc:docMk/>
            <pc:sldMk cId="2120381336" sldId="271"/>
            <ac:spMk id="75" creationId="{F87A2653-7930-B7C6-CF04-3A6441F7B6FA}"/>
          </ac:spMkLst>
        </pc:spChg>
        <pc:spChg chg="mod">
          <ac:chgData name="Thanh Huynh" userId="980917a970b97f82" providerId="LiveId" clId="{2F7C71E0-3046-4A82-B3E9-84E3BA6A2924}" dt="2026-02-28T07:13:47.694" v="5205"/>
          <ac:spMkLst>
            <pc:docMk/>
            <pc:sldMk cId="2120381336" sldId="271"/>
            <ac:spMk id="77" creationId="{38CC460E-C054-3BE4-0906-E65B9F747A52}"/>
          </ac:spMkLst>
        </pc:spChg>
        <pc:spChg chg="mod">
          <ac:chgData name="Thanh Huynh" userId="980917a970b97f82" providerId="LiveId" clId="{2F7C71E0-3046-4A82-B3E9-84E3BA6A2924}" dt="2026-02-28T07:14:01.599" v="5236" actId="20577"/>
          <ac:spMkLst>
            <pc:docMk/>
            <pc:sldMk cId="2120381336" sldId="271"/>
            <ac:spMk id="78" creationId="{CE0E2D00-920E-8984-35FD-FD248567978E}"/>
          </ac:spMkLst>
        </pc:spChg>
        <pc:spChg chg="mod">
          <ac:chgData name="Thanh Huynh" userId="980917a970b97f82" providerId="LiveId" clId="{2F7C71E0-3046-4A82-B3E9-84E3BA6A2924}" dt="2026-02-28T07:14:07.515" v="5237"/>
          <ac:spMkLst>
            <pc:docMk/>
            <pc:sldMk cId="2120381336" sldId="271"/>
            <ac:spMk id="80" creationId="{EDDA47B1-9043-4996-8095-9D6A56674277}"/>
          </ac:spMkLst>
        </pc:spChg>
        <pc:spChg chg="mod">
          <ac:chgData name="Thanh Huynh" userId="980917a970b97f82" providerId="LiveId" clId="{2F7C71E0-3046-4A82-B3E9-84E3BA6A2924}" dt="2026-02-28T07:14:23.473" v="5254" actId="20577"/>
          <ac:spMkLst>
            <pc:docMk/>
            <pc:sldMk cId="2120381336" sldId="271"/>
            <ac:spMk id="81" creationId="{E778C280-8AF3-0C24-2975-F2A55A6D69AE}"/>
          </ac:spMkLst>
        </pc:spChg>
        <pc:spChg chg="mod">
          <ac:chgData name="Thanh Huynh" userId="980917a970b97f82" providerId="LiveId" clId="{2F7C71E0-3046-4A82-B3E9-84E3BA6A2924}" dt="2026-02-28T07:14:30.642" v="5255"/>
          <ac:spMkLst>
            <pc:docMk/>
            <pc:sldMk cId="2120381336" sldId="271"/>
            <ac:spMk id="83" creationId="{4F7A5C45-0218-615B-8473-85B8B635DA89}"/>
          </ac:spMkLst>
        </pc:spChg>
        <pc:spChg chg="mod">
          <ac:chgData name="Thanh Huynh" userId="980917a970b97f82" providerId="LiveId" clId="{2F7C71E0-3046-4A82-B3E9-84E3BA6A2924}" dt="2026-02-28T07:15:20.956" v="5287" actId="20577"/>
          <ac:spMkLst>
            <pc:docMk/>
            <pc:sldMk cId="2120381336" sldId="271"/>
            <ac:spMk id="84" creationId="{F910407D-7A42-1258-975F-2CBCD1687ACC}"/>
          </ac:spMkLst>
        </pc:spChg>
        <pc:spChg chg="add mod">
          <ac:chgData name="Thanh Huynh" userId="980917a970b97f82" providerId="LiveId" clId="{2F7C71E0-3046-4A82-B3E9-84E3BA6A2924}" dt="2026-02-28T07:16:34.323" v="5291"/>
          <ac:spMkLst>
            <pc:docMk/>
            <pc:sldMk cId="2120381336" sldId="271"/>
            <ac:spMk id="85" creationId="{0E916493-2516-171A-C43C-D287825C3BB7}"/>
          </ac:spMkLst>
        </pc:spChg>
        <pc:spChg chg="add mod">
          <ac:chgData name="Thanh Huynh" userId="980917a970b97f82" providerId="LiveId" clId="{2F7C71E0-3046-4A82-B3E9-84E3BA6A2924}" dt="2026-02-28T07:17:37.353" v="5298" actId="20577"/>
          <ac:spMkLst>
            <pc:docMk/>
            <pc:sldMk cId="2120381336" sldId="271"/>
            <ac:spMk id="86" creationId="{8DEE6725-4382-1E63-053B-83BECFAA9B23}"/>
          </ac:spMkLst>
        </pc:spChg>
        <pc:spChg chg="add mod">
          <ac:chgData name="Thanh Huynh" userId="980917a970b97f82" providerId="LiveId" clId="{2F7C71E0-3046-4A82-B3E9-84E3BA6A2924}" dt="2026-02-28T07:18:44.098" v="5337" actId="20577"/>
          <ac:spMkLst>
            <pc:docMk/>
            <pc:sldMk cId="2120381336" sldId="271"/>
            <ac:spMk id="87" creationId="{B4EE13CA-1E9E-4472-3D95-B62EBF876433}"/>
          </ac:spMkLst>
        </pc:spChg>
        <pc:spChg chg="add mod">
          <ac:chgData name="Thanh Huynh" userId="980917a970b97f82" providerId="LiveId" clId="{2F7C71E0-3046-4A82-B3E9-84E3BA6A2924}" dt="2026-02-28T07:19:06.833" v="5339" actId="1076"/>
          <ac:spMkLst>
            <pc:docMk/>
            <pc:sldMk cId="2120381336" sldId="271"/>
            <ac:spMk id="88" creationId="{967A241D-8EAA-7CBC-40FB-A92E84D838B0}"/>
          </ac:spMkLst>
        </pc:spChg>
        <pc:spChg chg="mod">
          <ac:chgData name="Thanh Huynh" userId="980917a970b97f82" providerId="LiveId" clId="{2F7C71E0-3046-4A82-B3E9-84E3BA6A2924}" dt="2026-02-28T07:19:12.935" v="5340"/>
          <ac:spMkLst>
            <pc:docMk/>
            <pc:sldMk cId="2120381336" sldId="271"/>
            <ac:spMk id="90" creationId="{FA5C4EF0-29F0-CE95-4E12-5CAC2B759534}"/>
          </ac:spMkLst>
        </pc:spChg>
        <pc:spChg chg="mod">
          <ac:chgData name="Thanh Huynh" userId="980917a970b97f82" providerId="LiveId" clId="{2F7C71E0-3046-4A82-B3E9-84E3BA6A2924}" dt="2026-02-28T07:19:33.293" v="5380" actId="20577"/>
          <ac:spMkLst>
            <pc:docMk/>
            <pc:sldMk cId="2120381336" sldId="271"/>
            <ac:spMk id="91" creationId="{FCBD7074-6150-9B7E-2B35-9821A5C8B8AD}"/>
          </ac:spMkLst>
        </pc:spChg>
        <pc:spChg chg="mod">
          <ac:chgData name="Thanh Huynh" userId="980917a970b97f82" providerId="LiveId" clId="{2F7C71E0-3046-4A82-B3E9-84E3BA6A2924}" dt="2026-02-28T07:19:45.949" v="5381"/>
          <ac:spMkLst>
            <pc:docMk/>
            <pc:sldMk cId="2120381336" sldId="271"/>
            <ac:spMk id="93" creationId="{26DE4AB3-D7F6-1169-A69A-822207F7174A}"/>
          </ac:spMkLst>
        </pc:spChg>
        <pc:spChg chg="mod">
          <ac:chgData name="Thanh Huynh" userId="980917a970b97f82" providerId="LiveId" clId="{2F7C71E0-3046-4A82-B3E9-84E3BA6A2924}" dt="2026-02-28T07:20:09.586" v="5413" actId="20577"/>
          <ac:spMkLst>
            <pc:docMk/>
            <pc:sldMk cId="2120381336" sldId="271"/>
            <ac:spMk id="94" creationId="{A86A329C-75DA-7229-E576-8A17F44099CA}"/>
          </ac:spMkLst>
        </pc:spChg>
        <pc:spChg chg="mod">
          <ac:chgData name="Thanh Huynh" userId="980917a970b97f82" providerId="LiveId" clId="{2F7C71E0-3046-4A82-B3E9-84E3BA6A2924}" dt="2026-02-28T07:20:16.308" v="5414"/>
          <ac:spMkLst>
            <pc:docMk/>
            <pc:sldMk cId="2120381336" sldId="271"/>
            <ac:spMk id="96" creationId="{B20DB0E7-BDB3-9116-6C69-3FA04799A700}"/>
          </ac:spMkLst>
        </pc:spChg>
        <pc:spChg chg="mod">
          <ac:chgData name="Thanh Huynh" userId="980917a970b97f82" providerId="LiveId" clId="{2F7C71E0-3046-4A82-B3E9-84E3BA6A2924}" dt="2026-02-28T07:20:46.984" v="5440" actId="20577"/>
          <ac:spMkLst>
            <pc:docMk/>
            <pc:sldMk cId="2120381336" sldId="271"/>
            <ac:spMk id="97" creationId="{A9109913-DEF3-6CAF-2F59-C6BB8A60560A}"/>
          </ac:spMkLst>
        </pc:spChg>
        <pc:spChg chg="add mod">
          <ac:chgData name="Thanh Huynh" userId="980917a970b97f82" providerId="LiveId" clId="{2F7C71E0-3046-4A82-B3E9-84E3BA6A2924}" dt="2026-02-28T07:21:12.039" v="5442" actId="1076"/>
          <ac:spMkLst>
            <pc:docMk/>
            <pc:sldMk cId="2120381336" sldId="271"/>
            <ac:spMk id="98" creationId="{DDFC07E4-9290-BB86-2071-E91F9E29B145}"/>
          </ac:spMkLst>
        </pc:spChg>
        <pc:spChg chg="add mod">
          <ac:chgData name="Thanh Huynh" userId="980917a970b97f82" providerId="LiveId" clId="{2F7C71E0-3046-4A82-B3E9-84E3BA6A2924}" dt="2026-02-28T07:22:19.978" v="5446" actId="20577"/>
          <ac:spMkLst>
            <pc:docMk/>
            <pc:sldMk cId="2120381336" sldId="271"/>
            <ac:spMk id="99" creationId="{E963C8E3-7AD1-D198-1758-6A2CBBF45CE9}"/>
          </ac:spMkLst>
        </pc:spChg>
        <pc:spChg chg="add mod">
          <ac:chgData name="Thanh Huynh" userId="980917a970b97f82" providerId="LiveId" clId="{2F7C71E0-3046-4A82-B3E9-84E3BA6A2924}" dt="2026-02-28T07:26:23.272" v="5467" actId="1076"/>
          <ac:spMkLst>
            <pc:docMk/>
            <pc:sldMk cId="2120381336" sldId="271"/>
            <ac:spMk id="100" creationId="{14E48DA7-AD60-77A8-447B-81250C5B1F85}"/>
          </ac:spMkLst>
        </pc:spChg>
        <pc:grpChg chg="add mod">
          <ac:chgData name="Thanh Huynh" userId="980917a970b97f82" providerId="LiveId" clId="{2F7C71E0-3046-4A82-B3E9-84E3BA6A2924}" dt="2026-02-28T06:59:52.415" v="5011" actId="14100"/>
          <ac:grpSpMkLst>
            <pc:docMk/>
            <pc:sldMk cId="2120381336" sldId="271"/>
            <ac:grpSpMk id="29" creationId="{91C5B50A-F001-8F6F-4B88-F3F7A14C611A}"/>
          </ac:grpSpMkLst>
        </pc:grpChg>
        <pc:grpChg chg="add mod">
          <ac:chgData name="Thanh Huynh" userId="980917a970b97f82" providerId="LiveId" clId="{2F7C71E0-3046-4A82-B3E9-84E3BA6A2924}" dt="2026-02-28T07:00:23.391" v="5016" actId="14100"/>
          <ac:grpSpMkLst>
            <pc:docMk/>
            <pc:sldMk cId="2120381336" sldId="271"/>
            <ac:grpSpMk id="33" creationId="{55BEE0D1-EE59-750E-B619-2AA0EB831ED4}"/>
          </ac:grpSpMkLst>
        </pc:grpChg>
        <pc:grpChg chg="add mod">
          <ac:chgData name="Thanh Huynh" userId="980917a970b97f82" providerId="LiveId" clId="{2F7C71E0-3046-4A82-B3E9-84E3BA6A2924}" dt="2026-02-28T07:13:40.867" v="5204" actId="1076"/>
          <ac:grpSpMkLst>
            <pc:docMk/>
            <pc:sldMk cId="2120381336" sldId="271"/>
            <ac:grpSpMk id="44" creationId="{AFC83177-9DAC-A872-A021-0B8C03AD096B}"/>
          </ac:grpSpMkLst>
        </pc:grpChg>
        <pc:grpChg chg="add mod">
          <ac:chgData name="Thanh Huynh" userId="980917a970b97f82" providerId="LiveId" clId="{2F7C71E0-3046-4A82-B3E9-84E3BA6A2924}" dt="2026-02-28T07:01:43.809" v="5029" actId="14100"/>
          <ac:grpSpMkLst>
            <pc:docMk/>
            <pc:sldMk cId="2120381336" sldId="271"/>
            <ac:grpSpMk id="47" creationId="{18DA4E65-ED69-0FC0-00A6-9A515325CD8A}"/>
          </ac:grpSpMkLst>
        </pc:grpChg>
        <pc:grpChg chg="add mod">
          <ac:chgData name="Thanh Huynh" userId="980917a970b97f82" providerId="LiveId" clId="{2F7C71E0-3046-4A82-B3E9-84E3BA6A2924}" dt="2026-02-28T07:08:12.543" v="5110" actId="1076"/>
          <ac:grpSpMkLst>
            <pc:docMk/>
            <pc:sldMk cId="2120381336" sldId="271"/>
            <ac:grpSpMk id="51" creationId="{5D4E9B27-5C2C-5D3E-AF64-EDB5711BBF17}"/>
          </ac:grpSpMkLst>
        </pc:grpChg>
        <pc:grpChg chg="add mod">
          <ac:chgData name="Thanh Huynh" userId="980917a970b97f82" providerId="LiveId" clId="{2F7C71E0-3046-4A82-B3E9-84E3BA6A2924}" dt="2026-02-28T07:08:39.162" v="5112" actId="1076"/>
          <ac:grpSpMkLst>
            <pc:docMk/>
            <pc:sldMk cId="2120381336" sldId="271"/>
            <ac:grpSpMk id="55" creationId="{BABB649B-7087-A6DE-49A4-7038D4E72871}"/>
          </ac:grpSpMkLst>
        </pc:grpChg>
        <pc:grpChg chg="add mod">
          <ac:chgData name="Thanh Huynh" userId="980917a970b97f82" providerId="LiveId" clId="{2F7C71E0-3046-4A82-B3E9-84E3BA6A2924}" dt="2026-02-28T07:05:40.098" v="5082" actId="1076"/>
          <ac:grpSpMkLst>
            <pc:docMk/>
            <pc:sldMk cId="2120381336" sldId="271"/>
            <ac:grpSpMk id="58" creationId="{333BE2B0-679D-1C16-3722-CB919E9FB3A8}"/>
          </ac:grpSpMkLst>
        </pc:grpChg>
        <pc:grpChg chg="add mod">
          <ac:chgData name="Thanh Huynh" userId="980917a970b97f82" providerId="LiveId" clId="{2F7C71E0-3046-4A82-B3E9-84E3BA6A2924}" dt="2026-02-28T07:07:59.757" v="5109" actId="1076"/>
          <ac:grpSpMkLst>
            <pc:docMk/>
            <pc:sldMk cId="2120381336" sldId="271"/>
            <ac:grpSpMk id="62" creationId="{50349DE1-D89E-D093-CBED-A9E267F5BE0C}"/>
          </ac:grpSpMkLst>
        </pc:grpChg>
        <pc:grpChg chg="add mod">
          <ac:chgData name="Thanh Huynh" userId="980917a970b97f82" providerId="LiveId" clId="{2F7C71E0-3046-4A82-B3E9-84E3BA6A2924}" dt="2026-02-28T07:08:50.547" v="5114" actId="1076"/>
          <ac:grpSpMkLst>
            <pc:docMk/>
            <pc:sldMk cId="2120381336" sldId="271"/>
            <ac:grpSpMk id="66" creationId="{E106D2DA-4702-6C3D-0CF0-B12064CDCB07}"/>
          </ac:grpSpMkLst>
        </pc:grpChg>
        <pc:grpChg chg="add mod">
          <ac:chgData name="Thanh Huynh" userId="980917a970b97f82" providerId="LiveId" clId="{2F7C71E0-3046-4A82-B3E9-84E3BA6A2924}" dt="2026-02-28T07:09:17.630" v="5132" actId="1076"/>
          <ac:grpSpMkLst>
            <pc:docMk/>
            <pc:sldMk cId="2120381336" sldId="271"/>
            <ac:grpSpMk id="69" creationId="{0759775E-4350-D6F3-985E-88F9BAB38AE8}"/>
          </ac:grpSpMkLst>
        </pc:grpChg>
        <pc:grpChg chg="add mod">
          <ac:chgData name="Thanh Huynh" userId="980917a970b97f82" providerId="LiveId" clId="{2F7C71E0-3046-4A82-B3E9-84E3BA6A2924}" dt="2026-02-28T07:13:52.998" v="5206" actId="1076"/>
          <ac:grpSpMkLst>
            <pc:docMk/>
            <pc:sldMk cId="2120381336" sldId="271"/>
            <ac:grpSpMk id="76" creationId="{1242A4AD-C0F1-7717-8EE2-8118D0F7925B}"/>
          </ac:grpSpMkLst>
        </pc:grpChg>
        <pc:grpChg chg="add mod">
          <ac:chgData name="Thanh Huynh" userId="980917a970b97f82" providerId="LiveId" clId="{2F7C71E0-3046-4A82-B3E9-84E3BA6A2924}" dt="2026-02-28T07:14:16.377" v="5238" actId="1076"/>
          <ac:grpSpMkLst>
            <pc:docMk/>
            <pc:sldMk cId="2120381336" sldId="271"/>
            <ac:grpSpMk id="79" creationId="{C910533F-EDC4-99D5-147E-773A10559AD9}"/>
          </ac:grpSpMkLst>
        </pc:grpChg>
        <pc:grpChg chg="add mod">
          <ac:chgData name="Thanh Huynh" userId="980917a970b97f82" providerId="LiveId" clId="{2F7C71E0-3046-4A82-B3E9-84E3BA6A2924}" dt="2026-02-28T07:15:01.737" v="5256" actId="1076"/>
          <ac:grpSpMkLst>
            <pc:docMk/>
            <pc:sldMk cId="2120381336" sldId="271"/>
            <ac:grpSpMk id="82" creationId="{E8D6625E-DC87-9160-19B8-FE8307323108}"/>
          </ac:grpSpMkLst>
        </pc:grpChg>
        <pc:grpChg chg="add mod">
          <ac:chgData name="Thanh Huynh" userId="980917a970b97f82" providerId="LiveId" clId="{2F7C71E0-3046-4A82-B3E9-84E3BA6A2924}" dt="2026-02-28T07:19:23.636" v="5341" actId="1076"/>
          <ac:grpSpMkLst>
            <pc:docMk/>
            <pc:sldMk cId="2120381336" sldId="271"/>
            <ac:grpSpMk id="89" creationId="{9CDDB0BE-81CD-00FA-96F4-A200ABB301BF}"/>
          </ac:grpSpMkLst>
        </pc:grpChg>
        <pc:grpChg chg="add mod">
          <ac:chgData name="Thanh Huynh" userId="980917a970b97f82" providerId="LiveId" clId="{2F7C71E0-3046-4A82-B3E9-84E3BA6A2924}" dt="2026-02-28T07:20:01.996" v="5384" actId="1076"/>
          <ac:grpSpMkLst>
            <pc:docMk/>
            <pc:sldMk cId="2120381336" sldId="271"/>
            <ac:grpSpMk id="92" creationId="{C2C769A8-6544-6866-EF1E-C3C4D5FBEEB6}"/>
          </ac:grpSpMkLst>
        </pc:grpChg>
        <pc:grpChg chg="add mod">
          <ac:chgData name="Thanh Huynh" userId="980917a970b97f82" providerId="LiveId" clId="{2F7C71E0-3046-4A82-B3E9-84E3BA6A2924}" dt="2026-02-28T07:20:38.960" v="5415" actId="1076"/>
          <ac:grpSpMkLst>
            <pc:docMk/>
            <pc:sldMk cId="2120381336" sldId="271"/>
            <ac:grpSpMk id="95" creationId="{4429673D-7415-264E-C22A-1870A96E70E4}"/>
          </ac:grpSpMkLst>
        </pc:grpChg>
        <pc:picChg chg="del">
          <ac:chgData name="Thanh Huynh" userId="980917a970b97f82" providerId="LiveId" clId="{2F7C71E0-3046-4A82-B3E9-84E3BA6A2924}" dt="2026-02-28T06:41:28.237" v="4838" actId="478"/>
          <ac:picMkLst>
            <pc:docMk/>
            <pc:sldMk cId="2120381336" sldId="271"/>
            <ac:picMk id="27" creationId="{B64ADE94-09EB-8500-7EFA-38E81AC9C458}"/>
          </ac:picMkLst>
        </pc:picChg>
        <pc:picChg chg="del">
          <ac:chgData name="Thanh Huynh" userId="980917a970b97f82" providerId="LiveId" clId="{2F7C71E0-3046-4A82-B3E9-84E3BA6A2924}" dt="2026-02-28T06:41:26.047" v="4837" actId="478"/>
          <ac:picMkLst>
            <pc:docMk/>
            <pc:sldMk cId="2120381336" sldId="271"/>
            <ac:picMk id="28" creationId="{7F201DC4-D617-B366-325D-8079230218F1}"/>
          </ac:picMkLst>
        </pc:picChg>
        <pc:picChg chg="del">
          <ac:chgData name="Thanh Huynh" userId="980917a970b97f82" providerId="LiveId" clId="{2F7C71E0-3046-4A82-B3E9-84E3BA6A2924}" dt="2026-02-28T06:41:24.297" v="4836" actId="478"/>
          <ac:picMkLst>
            <pc:docMk/>
            <pc:sldMk cId="2120381336" sldId="271"/>
            <ac:picMk id="30" creationId="{95EC9D4B-EF85-5F0C-8251-53E889379260}"/>
          </ac:picMkLst>
        </pc:picChg>
        <pc:picChg chg="del">
          <ac:chgData name="Thanh Huynh" userId="980917a970b97f82" providerId="LiveId" clId="{2F7C71E0-3046-4A82-B3E9-84E3BA6A2924}" dt="2026-02-28T06:41:22.372" v="4835" actId="478"/>
          <ac:picMkLst>
            <pc:docMk/>
            <pc:sldMk cId="2120381336" sldId="271"/>
            <ac:picMk id="32" creationId="{D3B65275-4025-7146-D0BA-0EB9FE8B0E86}"/>
          </ac:picMkLst>
        </pc:picChg>
      </pc:sldChg>
      <pc:sldChg chg="addSp delSp modSp new del mod">
        <pc:chgData name="Thanh Huynh" userId="980917a970b97f82" providerId="LiveId" clId="{2F7C71E0-3046-4A82-B3E9-84E3BA6A2924}" dt="2026-02-28T18:21:59.138" v="6630" actId="2696"/>
        <pc:sldMkLst>
          <pc:docMk/>
          <pc:sldMk cId="2931457848" sldId="272"/>
        </pc:sldMkLst>
        <pc:spChg chg="mod">
          <ac:chgData name="Thanh Huynh" userId="980917a970b97f82" providerId="LiveId" clId="{2F7C71E0-3046-4A82-B3E9-84E3BA6A2924}" dt="2026-02-28T16:13:57.731" v="6061" actId="14100"/>
          <ac:spMkLst>
            <pc:docMk/>
            <pc:sldMk cId="2931457848" sldId="272"/>
            <ac:spMk id="2" creationId="{6ABA816F-CA41-3B23-3D9F-FBBAA5BE2942}"/>
          </ac:spMkLst>
        </pc:spChg>
        <pc:spChg chg="add del">
          <ac:chgData name="Thanh Huynh" userId="980917a970b97f82" providerId="LiveId" clId="{2F7C71E0-3046-4A82-B3E9-84E3BA6A2924}" dt="2026-02-28T07:35:10.180" v="5512" actId="478"/>
          <ac:spMkLst>
            <pc:docMk/>
            <pc:sldMk cId="2931457848" sldId="272"/>
            <ac:spMk id="3" creationId="{54579251-09FB-AC67-A131-617FF3EB1763}"/>
          </ac:spMkLst>
        </pc:spChg>
        <pc:spChg chg="add mod">
          <ac:chgData name="Thanh Huynh" userId="980917a970b97f82" providerId="LiveId" clId="{2F7C71E0-3046-4A82-B3E9-84E3BA6A2924}" dt="2026-02-28T07:35:08.184" v="5511"/>
          <ac:spMkLst>
            <pc:docMk/>
            <pc:sldMk cId="2931457848" sldId="272"/>
            <ac:spMk id="5" creationId="{5295B02C-CAA6-4EDE-26F8-A93D78A0EFE0}"/>
          </ac:spMkLst>
        </pc:spChg>
        <pc:spChg chg="add mod">
          <ac:chgData name="Thanh Huynh" userId="980917a970b97f82" providerId="LiveId" clId="{2F7C71E0-3046-4A82-B3E9-84E3BA6A2924}" dt="2026-02-28T07:35:08.184" v="5511"/>
          <ac:spMkLst>
            <pc:docMk/>
            <pc:sldMk cId="2931457848" sldId="272"/>
            <ac:spMk id="6" creationId="{414F45EC-0FE8-88E2-35A1-EF041FEC944A}"/>
          </ac:spMkLst>
        </pc:spChg>
        <pc:spChg chg="add mod">
          <ac:chgData name="Thanh Huynh" userId="980917a970b97f82" providerId="LiveId" clId="{2F7C71E0-3046-4A82-B3E9-84E3BA6A2924}" dt="2026-02-28T07:35:08.184" v="5511"/>
          <ac:spMkLst>
            <pc:docMk/>
            <pc:sldMk cId="2931457848" sldId="272"/>
            <ac:spMk id="7" creationId="{4B233B46-011C-CA03-0D6B-DC23EDF6E617}"/>
          </ac:spMkLst>
        </pc:spChg>
        <pc:spChg chg="add mod">
          <ac:chgData name="Thanh Huynh" userId="980917a970b97f82" providerId="LiveId" clId="{2F7C71E0-3046-4A82-B3E9-84E3BA6A2924}" dt="2026-02-28T07:35:08.184" v="5511"/>
          <ac:spMkLst>
            <pc:docMk/>
            <pc:sldMk cId="2931457848" sldId="272"/>
            <ac:spMk id="8" creationId="{6F148714-1CF6-098A-EB6F-27D5FCBB4D45}"/>
          </ac:spMkLst>
        </pc:spChg>
        <pc:spChg chg="add mod">
          <ac:chgData name="Thanh Huynh" userId="980917a970b97f82" providerId="LiveId" clId="{2F7C71E0-3046-4A82-B3E9-84E3BA6A2924}" dt="2026-02-28T07:35:08.184" v="5511"/>
          <ac:spMkLst>
            <pc:docMk/>
            <pc:sldMk cId="2931457848" sldId="272"/>
            <ac:spMk id="9" creationId="{99BDEA31-8127-8BAF-61B8-6809EA7E94E6}"/>
          </ac:spMkLst>
        </pc:spChg>
        <pc:spChg chg="add mod">
          <ac:chgData name="Thanh Huynh" userId="980917a970b97f82" providerId="LiveId" clId="{2F7C71E0-3046-4A82-B3E9-84E3BA6A2924}" dt="2026-02-28T07:35:08.184" v="5511"/>
          <ac:spMkLst>
            <pc:docMk/>
            <pc:sldMk cId="2931457848" sldId="272"/>
            <ac:spMk id="10" creationId="{60356C99-80F6-56C3-E1C8-CDD55801AFDD}"/>
          </ac:spMkLst>
        </pc:spChg>
        <pc:spChg chg="add mod">
          <ac:chgData name="Thanh Huynh" userId="980917a970b97f82" providerId="LiveId" clId="{2F7C71E0-3046-4A82-B3E9-84E3BA6A2924}" dt="2026-02-28T07:35:08.184" v="5511"/>
          <ac:spMkLst>
            <pc:docMk/>
            <pc:sldMk cId="2931457848" sldId="272"/>
            <ac:spMk id="11" creationId="{BA9CF4D8-0B23-69AB-8037-A2EAD0D023B2}"/>
          </ac:spMkLst>
        </pc:spChg>
        <pc:spChg chg="add mod">
          <ac:chgData name="Thanh Huynh" userId="980917a970b97f82" providerId="LiveId" clId="{2F7C71E0-3046-4A82-B3E9-84E3BA6A2924}" dt="2026-02-28T07:35:08.184" v="5511"/>
          <ac:spMkLst>
            <pc:docMk/>
            <pc:sldMk cId="2931457848" sldId="272"/>
            <ac:spMk id="12" creationId="{F758A6EF-9D97-5E0C-7C5D-E991462F3C15}"/>
          </ac:spMkLst>
        </pc:spChg>
        <pc:spChg chg="add mod">
          <ac:chgData name="Thanh Huynh" userId="980917a970b97f82" providerId="LiveId" clId="{2F7C71E0-3046-4A82-B3E9-84E3BA6A2924}" dt="2026-02-28T07:35:08.184" v="5511"/>
          <ac:spMkLst>
            <pc:docMk/>
            <pc:sldMk cId="2931457848" sldId="272"/>
            <ac:spMk id="13" creationId="{DF683B2B-B8A9-320A-AFCD-BD1A325679AA}"/>
          </ac:spMkLst>
        </pc:spChg>
        <pc:spChg chg="add del mod">
          <ac:chgData name="Thanh Huynh" userId="980917a970b97f82" providerId="LiveId" clId="{2F7C71E0-3046-4A82-B3E9-84E3BA6A2924}" dt="2026-02-28T07:35:29.607" v="5517"/>
          <ac:spMkLst>
            <pc:docMk/>
            <pc:sldMk cId="2931457848" sldId="272"/>
            <ac:spMk id="14" creationId="{31DFE087-E1F4-7A0A-B8E7-98E1E02C1EB6}"/>
          </ac:spMkLst>
        </pc:spChg>
        <pc:spChg chg="add del mod">
          <ac:chgData name="Thanh Huynh" userId="980917a970b97f82" providerId="LiveId" clId="{2F7C71E0-3046-4A82-B3E9-84E3BA6A2924}" dt="2026-02-28T07:35:29.606" v="5515" actId="478"/>
          <ac:spMkLst>
            <pc:docMk/>
            <pc:sldMk cId="2931457848" sldId="272"/>
            <ac:spMk id="16" creationId="{78A19470-E297-DBB8-9D31-55076AB0066B}"/>
          </ac:spMkLst>
        </pc:spChg>
        <pc:spChg chg="add del mod">
          <ac:chgData name="Thanh Huynh" userId="980917a970b97f82" providerId="LiveId" clId="{2F7C71E0-3046-4A82-B3E9-84E3BA6A2924}" dt="2026-02-28T07:35:29.606" v="5515" actId="478"/>
          <ac:spMkLst>
            <pc:docMk/>
            <pc:sldMk cId="2931457848" sldId="272"/>
            <ac:spMk id="17" creationId="{3CB2B555-C7BC-F83A-8DAA-952A5E4CE944}"/>
          </ac:spMkLst>
        </pc:spChg>
        <pc:spChg chg="add del mod">
          <ac:chgData name="Thanh Huynh" userId="980917a970b97f82" providerId="LiveId" clId="{2F7C71E0-3046-4A82-B3E9-84E3BA6A2924}" dt="2026-02-28T07:35:29.606" v="5515" actId="478"/>
          <ac:spMkLst>
            <pc:docMk/>
            <pc:sldMk cId="2931457848" sldId="272"/>
            <ac:spMk id="18" creationId="{31C353F5-8B84-7078-517E-20D13C8E8CB9}"/>
          </ac:spMkLst>
        </pc:spChg>
        <pc:spChg chg="add del mod">
          <ac:chgData name="Thanh Huynh" userId="980917a970b97f82" providerId="LiveId" clId="{2F7C71E0-3046-4A82-B3E9-84E3BA6A2924}" dt="2026-02-28T07:35:29.606" v="5515" actId="478"/>
          <ac:spMkLst>
            <pc:docMk/>
            <pc:sldMk cId="2931457848" sldId="272"/>
            <ac:spMk id="19" creationId="{69737CE9-CEDC-92F3-4FC3-A9D2B6507210}"/>
          </ac:spMkLst>
        </pc:spChg>
        <pc:spChg chg="add del mod">
          <ac:chgData name="Thanh Huynh" userId="980917a970b97f82" providerId="LiveId" clId="{2F7C71E0-3046-4A82-B3E9-84E3BA6A2924}" dt="2026-02-28T07:35:29.606" v="5515" actId="478"/>
          <ac:spMkLst>
            <pc:docMk/>
            <pc:sldMk cId="2931457848" sldId="272"/>
            <ac:spMk id="20" creationId="{2549C0D1-33E5-E0EC-6F07-A70D679CA5AA}"/>
          </ac:spMkLst>
        </pc:spChg>
        <pc:spChg chg="add del mod">
          <ac:chgData name="Thanh Huynh" userId="980917a970b97f82" providerId="LiveId" clId="{2F7C71E0-3046-4A82-B3E9-84E3BA6A2924}" dt="2026-02-28T07:35:29.606" v="5515" actId="478"/>
          <ac:spMkLst>
            <pc:docMk/>
            <pc:sldMk cId="2931457848" sldId="272"/>
            <ac:spMk id="21" creationId="{F47F28D4-A748-3D9F-1317-4E7116F6DD0D}"/>
          </ac:spMkLst>
        </pc:spChg>
        <pc:spChg chg="add del mod">
          <ac:chgData name="Thanh Huynh" userId="980917a970b97f82" providerId="LiveId" clId="{2F7C71E0-3046-4A82-B3E9-84E3BA6A2924}" dt="2026-02-28T07:35:29.606" v="5515" actId="478"/>
          <ac:spMkLst>
            <pc:docMk/>
            <pc:sldMk cId="2931457848" sldId="272"/>
            <ac:spMk id="22" creationId="{27BA9331-5DCB-A670-9182-14C8D187CCDD}"/>
          </ac:spMkLst>
        </pc:spChg>
        <pc:spChg chg="add del mod">
          <ac:chgData name="Thanh Huynh" userId="980917a970b97f82" providerId="LiveId" clId="{2F7C71E0-3046-4A82-B3E9-84E3BA6A2924}" dt="2026-02-28T07:35:29.606" v="5515" actId="478"/>
          <ac:spMkLst>
            <pc:docMk/>
            <pc:sldMk cId="2931457848" sldId="272"/>
            <ac:spMk id="23" creationId="{F79EA992-6F55-F017-EE57-5E5208D66B06}"/>
          </ac:spMkLst>
        </pc:spChg>
        <pc:spChg chg="add del mod">
          <ac:chgData name="Thanh Huynh" userId="980917a970b97f82" providerId="LiveId" clId="{2F7C71E0-3046-4A82-B3E9-84E3BA6A2924}" dt="2026-02-28T07:35:29.606" v="5515" actId="478"/>
          <ac:spMkLst>
            <pc:docMk/>
            <pc:sldMk cId="2931457848" sldId="272"/>
            <ac:spMk id="24" creationId="{84323C5B-5AE6-2D02-9FD3-2023D920ECF8}"/>
          </ac:spMkLst>
        </pc:spChg>
        <pc:spChg chg="add mod">
          <ac:chgData name="Thanh Huynh" userId="980917a970b97f82" providerId="LiveId" clId="{2F7C71E0-3046-4A82-B3E9-84E3BA6A2924}" dt="2026-02-28T07:35:41.342" v="5519"/>
          <ac:spMkLst>
            <pc:docMk/>
            <pc:sldMk cId="2931457848" sldId="272"/>
            <ac:spMk id="27" creationId="{96B51A93-BEC7-0979-2185-6714E1B09B5D}"/>
          </ac:spMkLst>
        </pc:spChg>
        <pc:spChg chg="add mod">
          <ac:chgData name="Thanh Huynh" userId="980917a970b97f82" providerId="LiveId" clId="{2F7C71E0-3046-4A82-B3E9-84E3BA6A2924}" dt="2026-02-28T07:35:41.342" v="5519"/>
          <ac:spMkLst>
            <pc:docMk/>
            <pc:sldMk cId="2931457848" sldId="272"/>
            <ac:spMk id="30" creationId="{E5321447-9C85-E9E2-7D9D-379B25EF44AC}"/>
          </ac:spMkLst>
        </pc:spChg>
        <pc:spChg chg="add mod">
          <ac:chgData name="Thanh Huynh" userId="980917a970b97f82" providerId="LiveId" clId="{2F7C71E0-3046-4A82-B3E9-84E3BA6A2924}" dt="2026-02-28T07:35:41.342" v="5519"/>
          <ac:spMkLst>
            <pc:docMk/>
            <pc:sldMk cId="2931457848" sldId="272"/>
            <ac:spMk id="31" creationId="{82FF03FD-820D-3ACA-BFA0-549779819848}"/>
          </ac:spMkLst>
        </pc:spChg>
        <pc:spChg chg="add mod">
          <ac:chgData name="Thanh Huynh" userId="980917a970b97f82" providerId="LiveId" clId="{2F7C71E0-3046-4A82-B3E9-84E3BA6A2924}" dt="2026-02-28T07:35:41.342" v="5519"/>
          <ac:spMkLst>
            <pc:docMk/>
            <pc:sldMk cId="2931457848" sldId="272"/>
            <ac:spMk id="32" creationId="{4E7482C5-744E-CE02-ECD0-1FB738073862}"/>
          </ac:spMkLst>
        </pc:spChg>
        <pc:spChg chg="add mod">
          <ac:chgData name="Thanh Huynh" userId="980917a970b97f82" providerId="LiveId" clId="{2F7C71E0-3046-4A82-B3E9-84E3BA6A2924}" dt="2026-02-28T07:35:41.342" v="5519"/>
          <ac:spMkLst>
            <pc:docMk/>
            <pc:sldMk cId="2931457848" sldId="272"/>
            <ac:spMk id="33" creationId="{BDB0DF4D-B486-5CBF-BE24-435FCB1F15DF}"/>
          </ac:spMkLst>
        </pc:spChg>
        <pc:spChg chg="add mod">
          <ac:chgData name="Thanh Huynh" userId="980917a970b97f82" providerId="LiveId" clId="{2F7C71E0-3046-4A82-B3E9-84E3BA6A2924}" dt="2026-02-28T07:35:41.342" v="5519"/>
          <ac:spMkLst>
            <pc:docMk/>
            <pc:sldMk cId="2931457848" sldId="272"/>
            <ac:spMk id="37" creationId="{18288073-57F7-F99A-AB8F-F707A031868B}"/>
          </ac:spMkLst>
        </pc:spChg>
        <pc:spChg chg="add mod">
          <ac:chgData name="Thanh Huynh" userId="980917a970b97f82" providerId="LiveId" clId="{2F7C71E0-3046-4A82-B3E9-84E3BA6A2924}" dt="2026-02-28T07:35:41.342" v="5519"/>
          <ac:spMkLst>
            <pc:docMk/>
            <pc:sldMk cId="2931457848" sldId="272"/>
            <ac:spMk id="38" creationId="{0A5FE592-704D-C1BD-1420-A70066552B9D}"/>
          </ac:spMkLst>
        </pc:spChg>
        <pc:spChg chg="add mod">
          <ac:chgData name="Thanh Huynh" userId="980917a970b97f82" providerId="LiveId" clId="{2F7C71E0-3046-4A82-B3E9-84E3BA6A2924}" dt="2026-02-28T07:35:41.342" v="5519"/>
          <ac:spMkLst>
            <pc:docMk/>
            <pc:sldMk cId="2931457848" sldId="272"/>
            <ac:spMk id="39" creationId="{2F2E89B1-D341-92A7-AA00-A10D80CC378B}"/>
          </ac:spMkLst>
        </pc:spChg>
        <pc:spChg chg="add mod">
          <ac:chgData name="Thanh Huynh" userId="980917a970b97f82" providerId="LiveId" clId="{2F7C71E0-3046-4A82-B3E9-84E3BA6A2924}" dt="2026-02-28T07:35:41.342" v="5519"/>
          <ac:spMkLst>
            <pc:docMk/>
            <pc:sldMk cId="2931457848" sldId="272"/>
            <ac:spMk id="40" creationId="{E13DCCD5-5BBC-24B3-52B3-0352E1DAD0D7}"/>
          </ac:spMkLst>
        </pc:spChg>
        <pc:spChg chg="add mod">
          <ac:chgData name="Thanh Huynh" userId="980917a970b97f82" providerId="LiveId" clId="{2F7C71E0-3046-4A82-B3E9-84E3BA6A2924}" dt="2026-02-28T07:35:41.342" v="5519"/>
          <ac:spMkLst>
            <pc:docMk/>
            <pc:sldMk cId="2931457848" sldId="272"/>
            <ac:spMk id="41" creationId="{824BE603-71E6-91CC-156B-0894F18BF886}"/>
          </ac:spMkLst>
        </pc:spChg>
        <pc:spChg chg="add mod">
          <ac:chgData name="Thanh Huynh" userId="980917a970b97f82" providerId="LiveId" clId="{2F7C71E0-3046-4A82-B3E9-84E3BA6A2924}" dt="2026-02-28T07:39:41.880" v="5555" actId="1076"/>
          <ac:spMkLst>
            <pc:docMk/>
            <pc:sldMk cId="2931457848" sldId="272"/>
            <ac:spMk id="44" creationId="{40DFD83F-9227-486A-D285-4F676454CF74}"/>
          </ac:spMkLst>
        </pc:spChg>
        <pc:spChg chg="add mod">
          <ac:chgData name="Thanh Huynh" userId="980917a970b97f82" providerId="LiveId" clId="{2F7C71E0-3046-4A82-B3E9-84E3BA6A2924}" dt="2026-02-28T07:38:26.820" v="5541"/>
          <ac:spMkLst>
            <pc:docMk/>
            <pc:sldMk cId="2931457848" sldId="272"/>
            <ac:spMk id="46" creationId="{6EA5FE34-866A-426C-BD6E-402BD8E4A9E7}"/>
          </ac:spMkLst>
        </pc:spChg>
        <pc:spChg chg="add mod">
          <ac:chgData name="Thanh Huynh" userId="980917a970b97f82" providerId="LiveId" clId="{2F7C71E0-3046-4A82-B3E9-84E3BA6A2924}" dt="2026-02-28T07:38:47.374" v="5548"/>
          <ac:spMkLst>
            <pc:docMk/>
            <pc:sldMk cId="2931457848" sldId="272"/>
            <ac:spMk id="48" creationId="{1A9091A3-29D9-B17C-CEC3-59EF7E54EBF8}"/>
          </ac:spMkLst>
        </pc:spChg>
        <pc:graphicFrameChg chg="add del mod">
          <ac:chgData name="Thanh Huynh" userId="980917a970b97f82" providerId="LiveId" clId="{2F7C71E0-3046-4A82-B3E9-84E3BA6A2924}" dt="2026-02-28T07:35:29.606" v="5515" actId="478"/>
          <ac:graphicFrameMkLst>
            <pc:docMk/>
            <pc:sldMk cId="2931457848" sldId="272"/>
            <ac:graphicFrameMk id="15" creationId="{9DFBF6B8-6BBA-0CC1-6BA3-92EBD8EF0ECA}"/>
          </ac:graphicFrameMkLst>
        </pc:graphicFrameChg>
        <pc:graphicFrameChg chg="add mod">
          <ac:chgData name="Thanh Huynh" userId="980917a970b97f82" providerId="LiveId" clId="{2F7C71E0-3046-4A82-B3E9-84E3BA6A2924}" dt="2026-02-28T07:38:24.327" v="5540"/>
          <ac:graphicFrameMkLst>
            <pc:docMk/>
            <pc:sldMk cId="2931457848" sldId="272"/>
            <ac:graphicFrameMk id="45" creationId="{EFD4EE64-2057-E89A-995F-A1C5246D425A}"/>
          </ac:graphicFrameMkLst>
        </pc:graphicFrameChg>
        <pc:graphicFrameChg chg="add mod">
          <ac:chgData name="Thanh Huynh" userId="980917a970b97f82" providerId="LiveId" clId="{2F7C71E0-3046-4A82-B3E9-84E3BA6A2924}" dt="2026-02-28T07:38:46.086" v="5547" actId="14100"/>
          <ac:graphicFrameMkLst>
            <pc:docMk/>
            <pc:sldMk cId="2931457848" sldId="272"/>
            <ac:graphicFrameMk id="47" creationId="{39C957F4-C31B-14F0-A886-0F67B61A08A0}"/>
          </ac:graphicFrameMkLst>
        </pc:graphicFrameChg>
      </pc:sldChg>
      <pc:sldChg chg="addSp modSp add del mod setBg">
        <pc:chgData name="Thanh Huynh" userId="980917a970b97f82" providerId="LiveId" clId="{2F7C71E0-3046-4A82-B3E9-84E3BA6A2924}" dt="2026-02-28T18:22:08.654" v="6632" actId="2696"/>
        <pc:sldMkLst>
          <pc:docMk/>
          <pc:sldMk cId="782754887" sldId="273"/>
        </pc:sldMkLst>
        <pc:spChg chg="mod">
          <ac:chgData name="Thanh Huynh" userId="980917a970b97f82" providerId="LiveId" clId="{2F7C71E0-3046-4A82-B3E9-84E3BA6A2924}" dt="2026-02-28T07:40:33.246" v="5559" actId="26606"/>
          <ac:spMkLst>
            <pc:docMk/>
            <pc:sldMk cId="782754887" sldId="273"/>
            <ac:spMk id="2" creationId="{F0BE7BB4-EC9D-F2A0-16BD-0BF5B8AF2B75}"/>
          </ac:spMkLst>
        </pc:spChg>
        <pc:spChg chg="add mod ord">
          <ac:chgData name="Thanh Huynh" userId="980917a970b97f82" providerId="LiveId" clId="{2F7C71E0-3046-4A82-B3E9-84E3BA6A2924}" dt="2026-02-28T07:40:33.246" v="5559" actId="26606"/>
          <ac:spMkLst>
            <pc:docMk/>
            <pc:sldMk cId="782754887" sldId="273"/>
            <ac:spMk id="4" creationId="{C2BEF822-6F33-E116-084D-317E44CAC407}"/>
          </ac:spMkLst>
        </pc:spChg>
        <pc:spChg chg="mod">
          <ac:chgData name="Thanh Huynh" userId="980917a970b97f82" providerId="LiveId" clId="{2F7C71E0-3046-4A82-B3E9-84E3BA6A2924}" dt="2026-02-28T07:40:33.246" v="5559" actId="26606"/>
          <ac:spMkLst>
            <pc:docMk/>
            <pc:sldMk cId="782754887" sldId="273"/>
            <ac:spMk id="44" creationId="{90F6D79F-71ED-7F00-2752-1139312B810D}"/>
          </ac:spMkLst>
        </pc:spChg>
        <pc:spChg chg="add">
          <ac:chgData name="Thanh Huynh" userId="980917a970b97f82" providerId="LiveId" clId="{2F7C71E0-3046-4A82-B3E9-84E3BA6A2924}" dt="2026-02-28T07:40:33.246" v="5559" actId="26606"/>
          <ac:spMkLst>
            <pc:docMk/>
            <pc:sldMk cId="782754887" sldId="273"/>
            <ac:spMk id="49" creationId="{AF6CB648-9554-488A-B457-99CAAD1DA528}"/>
          </ac:spMkLst>
        </pc:spChg>
        <pc:spChg chg="add">
          <ac:chgData name="Thanh Huynh" userId="980917a970b97f82" providerId="LiveId" clId="{2F7C71E0-3046-4A82-B3E9-84E3BA6A2924}" dt="2026-02-28T07:40:33.246" v="5559" actId="26606"/>
          <ac:spMkLst>
            <pc:docMk/>
            <pc:sldMk cId="782754887" sldId="273"/>
            <ac:spMk id="51" creationId="{E3ADCBE7-9330-1CDA-00EB-CDD12DB722FF}"/>
          </ac:spMkLst>
        </pc:spChg>
        <pc:graphicFrameChg chg="add mod modGraphic">
          <ac:chgData name="Thanh Huynh" userId="980917a970b97f82" providerId="LiveId" clId="{2F7C71E0-3046-4A82-B3E9-84E3BA6A2924}" dt="2026-02-28T16:27:17.146" v="6095" actId="14734"/>
          <ac:graphicFrameMkLst>
            <pc:docMk/>
            <pc:sldMk cId="782754887" sldId="273"/>
            <ac:graphicFrameMk id="3" creationId="{CC0C75CA-02BC-8295-EA91-FF56197FEDF7}"/>
          </ac:graphicFrameMkLst>
        </pc:graphicFrameChg>
      </pc:sldChg>
      <pc:sldChg chg="addSp delSp modSp new mod modNotesTx">
        <pc:chgData name="Thanh Huynh" userId="980917a970b97f82" providerId="LiveId" clId="{2F7C71E0-3046-4A82-B3E9-84E3BA6A2924}" dt="2026-02-28T18:26:47.664" v="6662" actId="20577"/>
        <pc:sldMkLst>
          <pc:docMk/>
          <pc:sldMk cId="2953873748" sldId="274"/>
        </pc:sldMkLst>
        <pc:spChg chg="del">
          <ac:chgData name="Thanh Huynh" userId="980917a970b97f82" providerId="LiveId" clId="{2F7C71E0-3046-4A82-B3E9-84E3BA6A2924}" dt="2026-02-28T16:14:11.700" v="6063" actId="478"/>
          <ac:spMkLst>
            <pc:docMk/>
            <pc:sldMk cId="2953873748" sldId="274"/>
            <ac:spMk id="2" creationId="{76931870-FD4C-A1B9-2C0D-44DC18C3A2D7}"/>
          </ac:spMkLst>
        </pc:spChg>
        <pc:spChg chg="del">
          <ac:chgData name="Thanh Huynh" userId="980917a970b97f82" providerId="LiveId" clId="{2F7C71E0-3046-4A82-B3E9-84E3BA6A2924}" dt="2026-02-28T14:46:34.812" v="5561" actId="478"/>
          <ac:spMkLst>
            <pc:docMk/>
            <pc:sldMk cId="2953873748" sldId="274"/>
            <ac:spMk id="3" creationId="{27A4FE84-7EAD-F41A-4C40-DB767BC1DDAF}"/>
          </ac:spMkLst>
        </pc:spChg>
        <pc:spChg chg="add mod">
          <ac:chgData name="Thanh Huynh" userId="980917a970b97f82" providerId="LiveId" clId="{2F7C71E0-3046-4A82-B3E9-84E3BA6A2924}" dt="2026-02-28T18:10:57.800" v="6556" actId="1076"/>
          <ac:spMkLst>
            <pc:docMk/>
            <pc:sldMk cId="2953873748" sldId="274"/>
            <ac:spMk id="4" creationId="{989F38D4-CA1B-E611-F77B-5C62D16C89D7}"/>
          </ac:spMkLst>
        </pc:spChg>
        <pc:spChg chg="add mod">
          <ac:chgData name="Thanh Huynh" userId="980917a970b97f82" providerId="LiveId" clId="{2F7C71E0-3046-4A82-B3E9-84E3BA6A2924}" dt="2026-02-28T18:12:57.890" v="6566"/>
          <ac:spMkLst>
            <pc:docMk/>
            <pc:sldMk cId="2953873748" sldId="274"/>
            <ac:spMk id="5" creationId="{0A2C9E93-3EC3-B1E9-8878-9CA70E748F44}"/>
          </ac:spMkLst>
        </pc:spChg>
        <pc:spChg chg="add del">
          <ac:chgData name="Thanh Huynh" userId="980917a970b97f82" providerId="LiveId" clId="{2F7C71E0-3046-4A82-B3E9-84E3BA6A2924}" dt="2026-02-28T16:43:18.521" v="6134" actId="22"/>
          <ac:spMkLst>
            <pc:docMk/>
            <pc:sldMk cId="2953873748" sldId="274"/>
            <ac:spMk id="8" creationId="{4C1EFA17-2D4B-837F-FAD2-71012C3F512B}"/>
          </ac:spMkLst>
        </pc:spChg>
        <pc:spChg chg="add mod">
          <ac:chgData name="Thanh Huynh" userId="980917a970b97f82" providerId="LiveId" clId="{2F7C71E0-3046-4A82-B3E9-84E3BA6A2924}" dt="2026-02-28T18:07:24.054" v="6400" actId="1076"/>
          <ac:spMkLst>
            <pc:docMk/>
            <pc:sldMk cId="2953873748" sldId="274"/>
            <ac:spMk id="13" creationId="{E62D057C-3855-C727-D0A6-5A0F39014CDA}"/>
          </ac:spMkLst>
        </pc:spChg>
        <pc:spChg chg="add del mod">
          <ac:chgData name="Thanh Huynh" userId="980917a970b97f82" providerId="LiveId" clId="{2F7C71E0-3046-4A82-B3E9-84E3BA6A2924}" dt="2026-02-28T18:19:29.100" v="6617" actId="478"/>
          <ac:spMkLst>
            <pc:docMk/>
            <pc:sldMk cId="2953873748" sldId="274"/>
            <ac:spMk id="14" creationId="{634343E6-33EF-E571-318C-998E9A33BF98}"/>
          </ac:spMkLst>
        </pc:spChg>
        <pc:spChg chg="add mod ord">
          <ac:chgData name="Thanh Huynh" userId="980917a970b97f82" providerId="LiveId" clId="{2F7C71E0-3046-4A82-B3E9-84E3BA6A2924}" dt="2026-02-28T18:10:46.624" v="6555" actId="1076"/>
          <ac:spMkLst>
            <pc:docMk/>
            <pc:sldMk cId="2953873748" sldId="274"/>
            <ac:spMk id="15" creationId="{5CA87A2C-31F3-5C81-8CE5-F6393040F94C}"/>
          </ac:spMkLst>
        </pc:spChg>
        <pc:spChg chg="add del mod">
          <ac:chgData name="Thanh Huynh" userId="980917a970b97f82" providerId="LiveId" clId="{2F7C71E0-3046-4A82-B3E9-84E3BA6A2924}" dt="2026-02-28T18:19:26.502" v="6616" actId="478"/>
          <ac:spMkLst>
            <pc:docMk/>
            <pc:sldMk cId="2953873748" sldId="274"/>
            <ac:spMk id="16" creationId="{37069FA3-BB49-E5D5-E41E-5AF05C5E4BA4}"/>
          </ac:spMkLst>
        </pc:spChg>
        <pc:spChg chg="add del mod">
          <ac:chgData name="Thanh Huynh" userId="980917a970b97f82" providerId="LiveId" clId="{2F7C71E0-3046-4A82-B3E9-84E3BA6A2924}" dt="2026-02-28T18:19:31.813" v="6618" actId="478"/>
          <ac:spMkLst>
            <pc:docMk/>
            <pc:sldMk cId="2953873748" sldId="274"/>
            <ac:spMk id="17" creationId="{D3959D03-BED1-5FA2-6D82-46BFEF1EF5C6}"/>
          </ac:spMkLst>
        </pc:spChg>
        <pc:graphicFrameChg chg="add mod modGraphic">
          <ac:chgData name="Thanh Huynh" userId="980917a970b97f82" providerId="LiveId" clId="{2F7C71E0-3046-4A82-B3E9-84E3BA6A2924}" dt="2026-02-28T18:20:21.550" v="6624"/>
          <ac:graphicFrameMkLst>
            <pc:docMk/>
            <pc:sldMk cId="2953873748" sldId="274"/>
            <ac:graphicFrameMk id="6" creationId="{1D1742C2-9DC4-AB55-2213-402D7D605161}"/>
          </ac:graphicFrameMkLst>
        </pc:graphicFrameChg>
        <pc:graphicFrameChg chg="add mod modGraphic">
          <ac:chgData name="Thanh Huynh" userId="980917a970b97f82" providerId="LiveId" clId="{2F7C71E0-3046-4A82-B3E9-84E3BA6A2924}" dt="2026-02-28T18:20:45.854" v="6629" actId="404"/>
          <ac:graphicFrameMkLst>
            <pc:docMk/>
            <pc:sldMk cId="2953873748" sldId="274"/>
            <ac:graphicFrameMk id="18" creationId="{757B032B-9307-5EEC-84A2-83DF6763803B}"/>
          </ac:graphicFrameMkLst>
        </pc:graphicFrameChg>
        <pc:picChg chg="add del mod">
          <ac:chgData name="Thanh Huynh" userId="980917a970b97f82" providerId="LiveId" clId="{2F7C71E0-3046-4A82-B3E9-84E3BA6A2924}" dt="2026-02-28T17:34:56.473" v="6160" actId="478"/>
          <ac:picMkLst>
            <pc:docMk/>
            <pc:sldMk cId="2953873748" sldId="274"/>
            <ac:picMk id="10" creationId="{AC780AE8-EC30-4E26-68E1-A44CACD9AEF2}"/>
          </ac:picMkLst>
        </pc:picChg>
        <pc:picChg chg="add mod ord modCrop">
          <ac:chgData name="Thanh Huynh" userId="980917a970b97f82" providerId="LiveId" clId="{2F7C71E0-3046-4A82-B3E9-84E3BA6A2924}" dt="2026-02-28T18:10:35.189" v="6554"/>
          <ac:picMkLst>
            <pc:docMk/>
            <pc:sldMk cId="2953873748" sldId="274"/>
            <ac:picMk id="12" creationId="{163410BA-0B26-116C-DCF8-93A9DEBDE82D}"/>
          </ac:picMkLst>
        </pc:picChg>
      </pc:sldChg>
      <pc:sldChg chg="addSp delSp modSp new mod">
        <pc:chgData name="Thanh Huynh" userId="980917a970b97f82" providerId="LiveId" clId="{2F7C71E0-3046-4A82-B3E9-84E3BA6A2924}" dt="2026-02-28T18:24:02.152" v="6659" actId="1076"/>
        <pc:sldMkLst>
          <pc:docMk/>
          <pc:sldMk cId="3156011749" sldId="275"/>
        </pc:sldMkLst>
        <pc:spChg chg="del">
          <ac:chgData name="Thanh Huynh" userId="980917a970b97f82" providerId="LiveId" clId="{2F7C71E0-3046-4A82-B3E9-84E3BA6A2924}" dt="2026-02-28T14:50:44.631" v="5566" actId="478"/>
          <ac:spMkLst>
            <pc:docMk/>
            <pc:sldMk cId="3156011749" sldId="275"/>
            <ac:spMk id="2" creationId="{C709DCBA-5045-DE33-F369-C5E0C6EDED0E}"/>
          </ac:spMkLst>
        </pc:spChg>
        <pc:spChg chg="add del">
          <ac:chgData name="Thanh Huynh" userId="980917a970b97f82" providerId="LiveId" clId="{2F7C71E0-3046-4A82-B3E9-84E3BA6A2924}" dt="2026-02-28T14:49:21.085" v="5565" actId="478"/>
          <ac:spMkLst>
            <pc:docMk/>
            <pc:sldMk cId="3156011749" sldId="275"/>
            <ac:spMk id="3" creationId="{198240E5-8F0D-10F0-E743-3E6F0F064D2D}"/>
          </ac:spMkLst>
        </pc:spChg>
        <pc:spChg chg="add mod">
          <ac:chgData name="Thanh Huynh" userId="980917a970b97f82" providerId="LiveId" clId="{2F7C71E0-3046-4A82-B3E9-84E3BA6A2924}" dt="2026-02-28T15:30:07.365" v="6044" actId="207"/>
          <ac:spMkLst>
            <pc:docMk/>
            <pc:sldMk cId="3156011749" sldId="275"/>
            <ac:spMk id="5" creationId="{CF95C9FF-6663-8E97-B74F-E277B5D7AA9D}"/>
          </ac:spMkLst>
        </pc:spChg>
        <pc:spChg chg="add mod">
          <ac:chgData name="Thanh Huynh" userId="980917a970b97f82" providerId="LiveId" clId="{2F7C71E0-3046-4A82-B3E9-84E3BA6A2924}" dt="2026-02-28T15:00:47.988" v="5633" actId="1076"/>
          <ac:spMkLst>
            <pc:docMk/>
            <pc:sldMk cId="3156011749" sldId="275"/>
            <ac:spMk id="6" creationId="{D326B59B-6309-78E4-07C0-B59D76829C50}"/>
          </ac:spMkLst>
        </pc:spChg>
        <pc:spChg chg="add mod">
          <ac:chgData name="Thanh Huynh" userId="980917a970b97f82" providerId="LiveId" clId="{2F7C71E0-3046-4A82-B3E9-84E3BA6A2924}" dt="2026-02-28T15:13:48.029" v="5703"/>
          <ac:spMkLst>
            <pc:docMk/>
            <pc:sldMk cId="3156011749" sldId="275"/>
            <ac:spMk id="39" creationId="{9E0C255B-E22F-6BEF-77B9-FE3DCDD60CD1}"/>
          </ac:spMkLst>
        </pc:spChg>
        <pc:spChg chg="add mod">
          <ac:chgData name="Thanh Huynh" userId="980917a970b97f82" providerId="LiveId" clId="{2F7C71E0-3046-4A82-B3E9-84E3BA6A2924}" dt="2026-02-28T15:16:20.595" v="5727" actId="20577"/>
          <ac:spMkLst>
            <pc:docMk/>
            <pc:sldMk cId="3156011749" sldId="275"/>
            <ac:spMk id="40" creationId="{5D7E9D93-B3B6-2B6E-4BD0-81A9DD441625}"/>
          </ac:spMkLst>
        </pc:spChg>
        <pc:spChg chg="add mod">
          <ac:chgData name="Thanh Huynh" userId="980917a970b97f82" providerId="LiveId" clId="{2F7C71E0-3046-4A82-B3E9-84E3BA6A2924}" dt="2026-02-28T18:23:08.250" v="6657" actId="465"/>
          <ac:spMkLst>
            <pc:docMk/>
            <pc:sldMk cId="3156011749" sldId="275"/>
            <ac:spMk id="41" creationId="{FFA49CE4-4706-5044-0B87-F8F72C0FC1D8}"/>
          </ac:spMkLst>
        </pc:spChg>
        <pc:spChg chg="add mod">
          <ac:chgData name="Thanh Huynh" userId="980917a970b97f82" providerId="LiveId" clId="{2F7C71E0-3046-4A82-B3E9-84E3BA6A2924}" dt="2026-02-28T18:23:08.250" v="6657" actId="465"/>
          <ac:spMkLst>
            <pc:docMk/>
            <pc:sldMk cId="3156011749" sldId="275"/>
            <ac:spMk id="42" creationId="{9368BF08-E61C-AB50-233D-44366E49645B}"/>
          </ac:spMkLst>
        </pc:spChg>
        <pc:spChg chg="add mod">
          <ac:chgData name="Thanh Huynh" userId="980917a970b97f82" providerId="LiveId" clId="{2F7C71E0-3046-4A82-B3E9-84E3BA6A2924}" dt="2026-02-28T18:23:08.250" v="6657" actId="465"/>
          <ac:spMkLst>
            <pc:docMk/>
            <pc:sldMk cId="3156011749" sldId="275"/>
            <ac:spMk id="43" creationId="{B31524B1-6BBF-0847-DFAB-8342CE80D498}"/>
          </ac:spMkLst>
        </pc:spChg>
        <pc:spChg chg="add mod">
          <ac:chgData name="Thanh Huynh" userId="980917a970b97f82" providerId="LiveId" clId="{2F7C71E0-3046-4A82-B3E9-84E3BA6A2924}" dt="2026-02-28T18:23:08.250" v="6657" actId="465"/>
          <ac:spMkLst>
            <pc:docMk/>
            <pc:sldMk cId="3156011749" sldId="275"/>
            <ac:spMk id="44" creationId="{976B1FF8-43FE-A423-CC90-36A193A53C38}"/>
          </ac:spMkLst>
        </pc:spChg>
        <pc:spChg chg="add mod">
          <ac:chgData name="Thanh Huynh" userId="980917a970b97f82" providerId="LiveId" clId="{2F7C71E0-3046-4A82-B3E9-84E3BA6A2924}" dt="2026-02-28T18:23:08.250" v="6657" actId="465"/>
          <ac:spMkLst>
            <pc:docMk/>
            <pc:sldMk cId="3156011749" sldId="275"/>
            <ac:spMk id="45" creationId="{7BCF00D7-8696-5626-ED8B-38DA58188B22}"/>
          </ac:spMkLst>
        </pc:spChg>
        <pc:spChg chg="add mod">
          <ac:chgData name="Thanh Huynh" userId="980917a970b97f82" providerId="LiveId" clId="{2F7C71E0-3046-4A82-B3E9-84E3BA6A2924}" dt="2026-02-28T15:16:36.618" v="5739" actId="20577"/>
          <ac:spMkLst>
            <pc:docMk/>
            <pc:sldMk cId="3156011749" sldId="275"/>
            <ac:spMk id="46" creationId="{31BD01CE-C80E-45E0-D5BC-AE0987BEED15}"/>
          </ac:spMkLst>
        </pc:spChg>
        <pc:spChg chg="add mod">
          <ac:chgData name="Thanh Huynh" userId="980917a970b97f82" providerId="LiveId" clId="{2F7C71E0-3046-4A82-B3E9-84E3BA6A2924}" dt="2026-02-28T15:32:33.588" v="6058" actId="12789"/>
          <ac:spMkLst>
            <pc:docMk/>
            <pc:sldMk cId="3156011749" sldId="275"/>
            <ac:spMk id="47" creationId="{4DEB9327-64F5-239A-1860-140745E552AA}"/>
          </ac:spMkLst>
        </pc:spChg>
        <pc:spChg chg="add mod">
          <ac:chgData name="Thanh Huynh" userId="980917a970b97f82" providerId="LiveId" clId="{2F7C71E0-3046-4A82-B3E9-84E3BA6A2924}" dt="2026-02-28T15:32:33.588" v="6058" actId="12789"/>
          <ac:spMkLst>
            <pc:docMk/>
            <pc:sldMk cId="3156011749" sldId="275"/>
            <ac:spMk id="48" creationId="{58FE8819-AE5C-05F2-709A-0819CB2C82BE}"/>
          </ac:spMkLst>
        </pc:spChg>
        <pc:spChg chg="add mod">
          <ac:chgData name="Thanh Huynh" userId="980917a970b97f82" providerId="LiveId" clId="{2F7C71E0-3046-4A82-B3E9-84E3BA6A2924}" dt="2026-02-28T15:29:34.205" v="6035" actId="12788"/>
          <ac:spMkLst>
            <pc:docMk/>
            <pc:sldMk cId="3156011749" sldId="275"/>
            <ac:spMk id="49" creationId="{CAE5B81B-A42F-6287-3492-17ACA0123949}"/>
          </ac:spMkLst>
        </pc:spChg>
        <pc:spChg chg="add mod">
          <ac:chgData name="Thanh Huynh" userId="980917a970b97f82" providerId="LiveId" clId="{2F7C71E0-3046-4A82-B3E9-84E3BA6A2924}" dt="2026-02-28T15:29:34.205" v="6035" actId="12788"/>
          <ac:spMkLst>
            <pc:docMk/>
            <pc:sldMk cId="3156011749" sldId="275"/>
            <ac:spMk id="50" creationId="{02946A00-AD3C-488D-161D-251A7288104B}"/>
          </ac:spMkLst>
        </pc:spChg>
        <pc:spChg chg="add mod">
          <ac:chgData name="Thanh Huynh" userId="980917a970b97f82" providerId="LiveId" clId="{2F7C71E0-3046-4A82-B3E9-84E3BA6A2924}" dt="2026-02-28T15:32:33.588" v="6058" actId="12789"/>
          <ac:spMkLst>
            <pc:docMk/>
            <pc:sldMk cId="3156011749" sldId="275"/>
            <ac:spMk id="51" creationId="{9D8A170D-EF98-CFF9-825C-E39DFEA96FFB}"/>
          </ac:spMkLst>
        </pc:spChg>
        <pc:spChg chg="add mod">
          <ac:chgData name="Thanh Huynh" userId="980917a970b97f82" providerId="LiveId" clId="{2F7C71E0-3046-4A82-B3E9-84E3BA6A2924}" dt="2026-02-28T18:23:08.250" v="6657" actId="465"/>
          <ac:spMkLst>
            <pc:docMk/>
            <pc:sldMk cId="3156011749" sldId="275"/>
            <ac:spMk id="52" creationId="{164154A8-CE1E-66EC-28B2-A67F84CC61B7}"/>
          </ac:spMkLst>
        </pc:spChg>
        <pc:spChg chg="add mod">
          <ac:chgData name="Thanh Huynh" userId="980917a970b97f82" providerId="LiveId" clId="{2F7C71E0-3046-4A82-B3E9-84E3BA6A2924}" dt="2026-02-28T15:32:33.588" v="6058" actId="12789"/>
          <ac:spMkLst>
            <pc:docMk/>
            <pc:sldMk cId="3156011749" sldId="275"/>
            <ac:spMk id="53" creationId="{58810EF0-D74A-6F9C-E09C-894F2E6ADC6D}"/>
          </ac:spMkLst>
        </pc:spChg>
        <pc:spChg chg="add mod">
          <ac:chgData name="Thanh Huynh" userId="980917a970b97f82" providerId="LiveId" clId="{2F7C71E0-3046-4A82-B3E9-84E3BA6A2924}" dt="2026-02-28T18:23:08.250" v="6657" actId="465"/>
          <ac:spMkLst>
            <pc:docMk/>
            <pc:sldMk cId="3156011749" sldId="275"/>
            <ac:spMk id="54" creationId="{C9C06F0D-14CD-629E-8D4B-14FFC17075EC}"/>
          </ac:spMkLst>
        </pc:spChg>
        <pc:spChg chg="add mod">
          <ac:chgData name="Thanh Huynh" userId="980917a970b97f82" providerId="LiveId" clId="{2F7C71E0-3046-4A82-B3E9-84E3BA6A2924}" dt="2026-02-28T18:23:08.250" v="6657" actId="465"/>
          <ac:spMkLst>
            <pc:docMk/>
            <pc:sldMk cId="3156011749" sldId="275"/>
            <ac:spMk id="55" creationId="{EE57F34D-0068-4A77-AD6E-9763701E127B}"/>
          </ac:spMkLst>
        </pc:spChg>
        <pc:spChg chg="add mod">
          <ac:chgData name="Thanh Huynh" userId="980917a970b97f82" providerId="LiveId" clId="{2F7C71E0-3046-4A82-B3E9-84E3BA6A2924}" dt="2026-02-28T18:23:08.250" v="6657" actId="465"/>
          <ac:spMkLst>
            <pc:docMk/>
            <pc:sldMk cId="3156011749" sldId="275"/>
            <ac:spMk id="56" creationId="{2622352F-AB7F-ED35-25C4-603E88AA0E17}"/>
          </ac:spMkLst>
        </pc:spChg>
        <pc:spChg chg="add mod">
          <ac:chgData name="Thanh Huynh" userId="980917a970b97f82" providerId="LiveId" clId="{2F7C71E0-3046-4A82-B3E9-84E3BA6A2924}" dt="2026-02-28T18:23:08.250" v="6657" actId="465"/>
          <ac:spMkLst>
            <pc:docMk/>
            <pc:sldMk cId="3156011749" sldId="275"/>
            <ac:spMk id="57" creationId="{C43DAC21-D1B0-3BC3-314B-CBDB129DC47D}"/>
          </ac:spMkLst>
        </pc:spChg>
        <pc:spChg chg="add mod">
          <ac:chgData name="Thanh Huynh" userId="980917a970b97f82" providerId="LiveId" clId="{2F7C71E0-3046-4A82-B3E9-84E3BA6A2924}" dt="2026-02-28T15:32:33.588" v="6058" actId="12789"/>
          <ac:spMkLst>
            <pc:docMk/>
            <pc:sldMk cId="3156011749" sldId="275"/>
            <ac:spMk id="58" creationId="{2AC093E8-11C2-4C9C-8C57-2F4E07F0CFC5}"/>
          </ac:spMkLst>
        </pc:spChg>
        <pc:spChg chg="add mod">
          <ac:chgData name="Thanh Huynh" userId="980917a970b97f82" providerId="LiveId" clId="{2F7C71E0-3046-4A82-B3E9-84E3BA6A2924}" dt="2026-02-28T18:23:37.291" v="6658" actId="1076"/>
          <ac:spMkLst>
            <pc:docMk/>
            <pc:sldMk cId="3156011749" sldId="275"/>
            <ac:spMk id="59" creationId="{AEAF1A46-0631-C5B1-C052-6F5ACAA1F49D}"/>
          </ac:spMkLst>
        </pc:spChg>
        <pc:spChg chg="add mod">
          <ac:chgData name="Thanh Huynh" userId="980917a970b97f82" providerId="LiveId" clId="{2F7C71E0-3046-4A82-B3E9-84E3BA6A2924}" dt="2026-02-28T18:24:02.152" v="6659" actId="1076"/>
          <ac:spMkLst>
            <pc:docMk/>
            <pc:sldMk cId="3156011749" sldId="275"/>
            <ac:spMk id="60" creationId="{5802DEF3-0659-DDD9-5985-C0F73319788D}"/>
          </ac:spMkLst>
        </pc:spChg>
        <pc:grpChg chg="add mod">
          <ac:chgData name="Thanh Huynh" userId="980917a970b97f82" providerId="LiveId" clId="{2F7C71E0-3046-4A82-B3E9-84E3BA6A2924}" dt="2026-02-28T15:32:02.363" v="6054" actId="14861"/>
          <ac:grpSpMkLst>
            <pc:docMk/>
            <pc:sldMk cId="3156011749" sldId="275"/>
            <ac:grpSpMk id="29" creationId="{4BAF4B78-D690-0726-2467-BE6A4AC11003}"/>
          </ac:grpSpMkLst>
        </pc:grpChg>
        <pc:grpChg chg="add mod">
          <ac:chgData name="Thanh Huynh" userId="980917a970b97f82" providerId="LiveId" clId="{2F7C71E0-3046-4A82-B3E9-84E3BA6A2924}" dt="2026-02-28T15:31:53.766" v="6053" actId="14861"/>
          <ac:grpSpMkLst>
            <pc:docMk/>
            <pc:sldMk cId="3156011749" sldId="275"/>
            <ac:grpSpMk id="30" creationId="{35D7B027-3607-649E-E029-A8196BD37CAB}"/>
          </ac:grpSpMkLst>
        </pc:grpChg>
        <pc:grpChg chg="add mod">
          <ac:chgData name="Thanh Huynh" userId="980917a970b97f82" providerId="LiveId" clId="{2F7C71E0-3046-4A82-B3E9-84E3BA6A2924}" dt="2026-02-28T15:31:39.743" v="6052" actId="14861"/>
          <ac:grpSpMkLst>
            <pc:docMk/>
            <pc:sldMk cId="3156011749" sldId="275"/>
            <ac:grpSpMk id="31" creationId="{62D575AA-A73F-7668-BA7E-37B62DBA28A6}"/>
          </ac:grpSpMkLst>
        </pc:grpChg>
        <pc:grpChg chg="add mod">
          <ac:chgData name="Thanh Huynh" userId="980917a970b97f82" providerId="LiveId" clId="{2F7C71E0-3046-4A82-B3E9-84E3BA6A2924}" dt="2026-02-28T15:31:28.787" v="6051" actId="14861"/>
          <ac:grpSpMkLst>
            <pc:docMk/>
            <pc:sldMk cId="3156011749" sldId="275"/>
            <ac:grpSpMk id="32" creationId="{3778CD00-87D4-F10F-E5C6-F756D586901B}"/>
          </ac:grpSpMkLst>
        </pc:grpChg>
        <pc:grpChg chg="add mod">
          <ac:chgData name="Thanh Huynh" userId="980917a970b97f82" providerId="LiveId" clId="{2F7C71E0-3046-4A82-B3E9-84E3BA6A2924}" dt="2026-02-28T15:31:19.573" v="6050" actId="14861"/>
          <ac:grpSpMkLst>
            <pc:docMk/>
            <pc:sldMk cId="3156011749" sldId="275"/>
            <ac:grpSpMk id="33" creationId="{895F51DD-0893-A099-3AAA-077ABF590BE7}"/>
          </ac:grpSpMkLst>
        </pc:grpChg>
        <pc:grpChg chg="add mod">
          <ac:chgData name="Thanh Huynh" userId="980917a970b97f82" providerId="LiveId" clId="{2F7C71E0-3046-4A82-B3E9-84E3BA6A2924}" dt="2026-02-28T15:31:11.494" v="6049" actId="14861"/>
          <ac:grpSpMkLst>
            <pc:docMk/>
            <pc:sldMk cId="3156011749" sldId="275"/>
            <ac:grpSpMk id="34" creationId="{7DE68077-0B5F-0F6D-F622-75B4619E7248}"/>
          </ac:grpSpMkLst>
        </pc:grpChg>
        <pc:grpChg chg="add mod">
          <ac:chgData name="Thanh Huynh" userId="980917a970b97f82" providerId="LiveId" clId="{2F7C71E0-3046-4A82-B3E9-84E3BA6A2924}" dt="2026-02-28T15:30:53.674" v="6048" actId="14861"/>
          <ac:grpSpMkLst>
            <pc:docMk/>
            <pc:sldMk cId="3156011749" sldId="275"/>
            <ac:grpSpMk id="35" creationId="{6BA25625-1CD9-C1D4-D7BA-FD56257222CF}"/>
          </ac:grpSpMkLst>
        </pc:grpChg>
        <pc:grpChg chg="add mod">
          <ac:chgData name="Thanh Huynh" userId="980917a970b97f82" providerId="LiveId" clId="{2F7C71E0-3046-4A82-B3E9-84E3BA6A2924}" dt="2026-02-28T15:30:48.258" v="6047" actId="14861"/>
          <ac:grpSpMkLst>
            <pc:docMk/>
            <pc:sldMk cId="3156011749" sldId="275"/>
            <ac:grpSpMk id="36" creationId="{2336CC7D-9BD5-08AC-CBC6-483E7483AF1C}"/>
          </ac:grpSpMkLst>
        </pc:grpChg>
        <pc:grpChg chg="add mod">
          <ac:chgData name="Thanh Huynh" userId="980917a970b97f82" providerId="LiveId" clId="{2F7C71E0-3046-4A82-B3E9-84E3BA6A2924}" dt="2026-02-28T15:30:40.813" v="6046" actId="14861"/>
          <ac:grpSpMkLst>
            <pc:docMk/>
            <pc:sldMk cId="3156011749" sldId="275"/>
            <ac:grpSpMk id="37" creationId="{35B82CE1-4EF6-9AA3-55B4-1F82B25E3442}"/>
          </ac:grpSpMkLst>
        </pc:grpChg>
        <pc:grpChg chg="add mod">
          <ac:chgData name="Thanh Huynh" userId="980917a970b97f82" providerId="LiveId" clId="{2F7C71E0-3046-4A82-B3E9-84E3BA6A2924}" dt="2026-02-28T15:30:28.383" v="6045" actId="14861"/>
          <ac:grpSpMkLst>
            <pc:docMk/>
            <pc:sldMk cId="3156011749" sldId="275"/>
            <ac:grpSpMk id="38" creationId="{2A42BBBA-5110-889C-6776-B73A9A424D14}"/>
          </ac:grpSpMkLst>
        </pc:grpChg>
        <pc:graphicFrameChg chg="add del modGraphic">
          <ac:chgData name="Thanh Huynh" userId="980917a970b97f82" providerId="LiveId" clId="{2F7C71E0-3046-4A82-B3E9-84E3BA6A2924}" dt="2026-02-28T14:49:15.962" v="5564" actId="1032"/>
          <ac:graphicFrameMkLst>
            <pc:docMk/>
            <pc:sldMk cId="3156011749" sldId="275"/>
            <ac:graphicFrameMk id="4" creationId="{991EA53B-D78F-5195-4CF5-8F81C1F5D50F}"/>
          </ac:graphicFrameMkLst>
        </pc:graphicFrameChg>
        <pc:cxnChg chg="add mod">
          <ac:chgData name="Thanh Huynh" userId="980917a970b97f82" providerId="LiveId" clId="{2F7C71E0-3046-4A82-B3E9-84E3BA6A2924}" dt="2026-02-28T15:05:39.165" v="5665" actId="164"/>
          <ac:cxnSpMkLst>
            <pc:docMk/>
            <pc:sldMk cId="3156011749" sldId="275"/>
            <ac:cxnSpMk id="8" creationId="{8185CDCE-D7E7-1D4A-24E9-D033226DA5B2}"/>
          </ac:cxnSpMkLst>
        </pc:cxnChg>
        <pc:cxnChg chg="add mod">
          <ac:chgData name="Thanh Huynh" userId="980917a970b97f82" providerId="LiveId" clId="{2F7C71E0-3046-4A82-B3E9-84E3BA6A2924}" dt="2026-02-28T15:05:53.743" v="5666" actId="693"/>
          <ac:cxnSpMkLst>
            <pc:docMk/>
            <pc:sldMk cId="3156011749" sldId="275"/>
            <ac:cxnSpMk id="9" creationId="{1880B11A-38F5-9747-5434-630119638A26}"/>
          </ac:cxnSpMkLst>
        </pc:cxnChg>
        <pc:cxnChg chg="add mod">
          <ac:chgData name="Thanh Huynh" userId="980917a970b97f82" providerId="LiveId" clId="{2F7C71E0-3046-4A82-B3E9-84E3BA6A2924}" dt="2026-02-28T15:06:02.709" v="5667" actId="693"/>
          <ac:cxnSpMkLst>
            <pc:docMk/>
            <pc:sldMk cId="3156011749" sldId="275"/>
            <ac:cxnSpMk id="10" creationId="{D439321D-A6CA-168C-F9F6-0F0F90560BE4}"/>
          </ac:cxnSpMkLst>
        </pc:cxnChg>
        <pc:cxnChg chg="add mod">
          <ac:chgData name="Thanh Huynh" userId="980917a970b97f82" providerId="LiveId" clId="{2F7C71E0-3046-4A82-B3E9-84E3BA6A2924}" dt="2026-02-28T15:06:11.985" v="5668" actId="693"/>
          <ac:cxnSpMkLst>
            <pc:docMk/>
            <pc:sldMk cId="3156011749" sldId="275"/>
            <ac:cxnSpMk id="11" creationId="{432FB1A6-7252-F831-E58B-4122CF3E5161}"/>
          </ac:cxnSpMkLst>
        </pc:cxnChg>
        <pc:cxnChg chg="add mod">
          <ac:chgData name="Thanh Huynh" userId="980917a970b97f82" providerId="LiveId" clId="{2F7C71E0-3046-4A82-B3E9-84E3BA6A2924}" dt="2026-02-28T15:06:24.874" v="5669" actId="693"/>
          <ac:cxnSpMkLst>
            <pc:docMk/>
            <pc:sldMk cId="3156011749" sldId="275"/>
            <ac:cxnSpMk id="12" creationId="{AEA04FA5-CDF5-B551-8DC4-C2092B9DC3F2}"/>
          </ac:cxnSpMkLst>
        </pc:cxnChg>
        <pc:cxnChg chg="add mod">
          <ac:chgData name="Thanh Huynh" userId="980917a970b97f82" providerId="LiveId" clId="{2F7C71E0-3046-4A82-B3E9-84E3BA6A2924}" dt="2026-02-28T15:06:35.673" v="5670" actId="693"/>
          <ac:cxnSpMkLst>
            <pc:docMk/>
            <pc:sldMk cId="3156011749" sldId="275"/>
            <ac:cxnSpMk id="13" creationId="{0772542C-15B8-7E25-3701-28F8E8B415BE}"/>
          </ac:cxnSpMkLst>
        </pc:cxnChg>
        <pc:cxnChg chg="add mod">
          <ac:chgData name="Thanh Huynh" userId="980917a970b97f82" providerId="LiveId" clId="{2F7C71E0-3046-4A82-B3E9-84E3BA6A2924}" dt="2026-02-28T15:06:42.156" v="5671" actId="693"/>
          <ac:cxnSpMkLst>
            <pc:docMk/>
            <pc:sldMk cId="3156011749" sldId="275"/>
            <ac:cxnSpMk id="14" creationId="{D1186E1D-D5B2-3C68-A5B2-991A1B02F0C6}"/>
          </ac:cxnSpMkLst>
        </pc:cxnChg>
        <pc:cxnChg chg="add mod">
          <ac:chgData name="Thanh Huynh" userId="980917a970b97f82" providerId="LiveId" clId="{2F7C71E0-3046-4A82-B3E9-84E3BA6A2924}" dt="2026-02-28T15:06:49.441" v="5672" actId="693"/>
          <ac:cxnSpMkLst>
            <pc:docMk/>
            <pc:sldMk cId="3156011749" sldId="275"/>
            <ac:cxnSpMk id="15" creationId="{2B86C1DA-98AF-AE1B-646C-817122D5D5A7}"/>
          </ac:cxnSpMkLst>
        </pc:cxnChg>
        <pc:cxnChg chg="add mod">
          <ac:chgData name="Thanh Huynh" userId="980917a970b97f82" providerId="LiveId" clId="{2F7C71E0-3046-4A82-B3E9-84E3BA6A2924}" dt="2026-02-28T15:07:03.436" v="5675" actId="693"/>
          <ac:cxnSpMkLst>
            <pc:docMk/>
            <pc:sldMk cId="3156011749" sldId="275"/>
            <ac:cxnSpMk id="16" creationId="{F84EF26D-B2BC-96D6-7890-50B15A7F2FC4}"/>
          </ac:cxnSpMkLst>
        </pc:cxnChg>
        <pc:cxnChg chg="add mod">
          <ac:chgData name="Thanh Huynh" userId="980917a970b97f82" providerId="LiveId" clId="{2F7C71E0-3046-4A82-B3E9-84E3BA6A2924}" dt="2026-02-28T15:07:11.031" v="5676" actId="693"/>
          <ac:cxnSpMkLst>
            <pc:docMk/>
            <pc:sldMk cId="3156011749" sldId="275"/>
            <ac:cxnSpMk id="17" creationId="{7769185E-8870-015F-DF9D-9CF4E7BBF1A7}"/>
          </ac:cxnSpMkLst>
        </pc:cxnChg>
        <pc:cxnChg chg="add mod">
          <ac:chgData name="Thanh Huynh" userId="980917a970b97f82" providerId="LiveId" clId="{2F7C71E0-3046-4A82-B3E9-84E3BA6A2924}" dt="2026-02-28T15:05:39.165" v="5665" actId="164"/>
          <ac:cxnSpMkLst>
            <pc:docMk/>
            <pc:sldMk cId="3156011749" sldId="275"/>
            <ac:cxnSpMk id="19" creationId="{4F812423-081F-EEF0-1C43-888E6DB30F00}"/>
          </ac:cxnSpMkLst>
        </pc:cxnChg>
        <pc:cxnChg chg="add mod">
          <ac:chgData name="Thanh Huynh" userId="980917a970b97f82" providerId="LiveId" clId="{2F7C71E0-3046-4A82-B3E9-84E3BA6A2924}" dt="2026-02-28T15:05:33.057" v="5664" actId="164"/>
          <ac:cxnSpMkLst>
            <pc:docMk/>
            <pc:sldMk cId="3156011749" sldId="275"/>
            <ac:cxnSpMk id="20" creationId="{ABF7C65E-298D-41D1-D8C9-5914EF4D8CE5}"/>
          </ac:cxnSpMkLst>
        </pc:cxnChg>
        <pc:cxnChg chg="add mod">
          <ac:chgData name="Thanh Huynh" userId="980917a970b97f82" providerId="LiveId" clId="{2F7C71E0-3046-4A82-B3E9-84E3BA6A2924}" dt="2026-02-28T15:05:29.010" v="5663" actId="164"/>
          <ac:cxnSpMkLst>
            <pc:docMk/>
            <pc:sldMk cId="3156011749" sldId="275"/>
            <ac:cxnSpMk id="21" creationId="{F2F6FC8E-CA26-42E6-0B98-1942F22E6DED}"/>
          </ac:cxnSpMkLst>
        </pc:cxnChg>
        <pc:cxnChg chg="add mod">
          <ac:chgData name="Thanh Huynh" userId="980917a970b97f82" providerId="LiveId" clId="{2F7C71E0-3046-4A82-B3E9-84E3BA6A2924}" dt="2026-02-28T15:05:24.255" v="5662" actId="164"/>
          <ac:cxnSpMkLst>
            <pc:docMk/>
            <pc:sldMk cId="3156011749" sldId="275"/>
            <ac:cxnSpMk id="22" creationId="{E8BD7894-B101-2165-962A-0E75F3FF27E3}"/>
          </ac:cxnSpMkLst>
        </pc:cxnChg>
        <pc:cxnChg chg="add mod">
          <ac:chgData name="Thanh Huynh" userId="980917a970b97f82" providerId="LiveId" clId="{2F7C71E0-3046-4A82-B3E9-84E3BA6A2924}" dt="2026-02-28T15:05:17.986" v="5661" actId="164"/>
          <ac:cxnSpMkLst>
            <pc:docMk/>
            <pc:sldMk cId="3156011749" sldId="275"/>
            <ac:cxnSpMk id="23" creationId="{EA046231-44A5-4A33-9C30-353C56A0963F}"/>
          </ac:cxnSpMkLst>
        </pc:cxnChg>
        <pc:cxnChg chg="add mod">
          <ac:chgData name="Thanh Huynh" userId="980917a970b97f82" providerId="LiveId" clId="{2F7C71E0-3046-4A82-B3E9-84E3BA6A2924}" dt="2026-02-28T15:05:06.887" v="5660" actId="164"/>
          <ac:cxnSpMkLst>
            <pc:docMk/>
            <pc:sldMk cId="3156011749" sldId="275"/>
            <ac:cxnSpMk id="24" creationId="{4A06AAB2-AD60-ABF7-0D72-E3CC2ABF3BBC}"/>
          </ac:cxnSpMkLst>
        </pc:cxnChg>
        <pc:cxnChg chg="add mod">
          <ac:chgData name="Thanh Huynh" userId="980917a970b97f82" providerId="LiveId" clId="{2F7C71E0-3046-4A82-B3E9-84E3BA6A2924}" dt="2026-02-28T15:05:01.068" v="5659" actId="164"/>
          <ac:cxnSpMkLst>
            <pc:docMk/>
            <pc:sldMk cId="3156011749" sldId="275"/>
            <ac:cxnSpMk id="25" creationId="{5C0EB22C-DB55-A546-69FD-658C45B11333}"/>
          </ac:cxnSpMkLst>
        </pc:cxnChg>
        <pc:cxnChg chg="add mod">
          <ac:chgData name="Thanh Huynh" userId="980917a970b97f82" providerId="LiveId" clId="{2F7C71E0-3046-4A82-B3E9-84E3BA6A2924}" dt="2026-02-28T15:04:54.804" v="5658" actId="164"/>
          <ac:cxnSpMkLst>
            <pc:docMk/>
            <pc:sldMk cId="3156011749" sldId="275"/>
            <ac:cxnSpMk id="26" creationId="{74467B75-17AD-335D-F2D1-F44833A95F93}"/>
          </ac:cxnSpMkLst>
        </pc:cxnChg>
        <pc:cxnChg chg="add mod">
          <ac:chgData name="Thanh Huynh" userId="980917a970b97f82" providerId="LiveId" clId="{2F7C71E0-3046-4A82-B3E9-84E3BA6A2924}" dt="2026-02-28T15:04:48.488" v="5657" actId="164"/>
          <ac:cxnSpMkLst>
            <pc:docMk/>
            <pc:sldMk cId="3156011749" sldId="275"/>
            <ac:cxnSpMk id="27" creationId="{C9DDB138-12F5-DB48-ED7B-8369368C957F}"/>
          </ac:cxnSpMkLst>
        </pc:cxnChg>
        <pc:cxnChg chg="add mod">
          <ac:chgData name="Thanh Huynh" userId="980917a970b97f82" providerId="LiveId" clId="{2F7C71E0-3046-4A82-B3E9-84E3BA6A2924}" dt="2026-02-28T15:04:39.046" v="5656" actId="164"/>
          <ac:cxnSpMkLst>
            <pc:docMk/>
            <pc:sldMk cId="3156011749" sldId="275"/>
            <ac:cxnSpMk id="28" creationId="{43A8E5E8-83B5-9ACE-C715-7971F95D3E30}"/>
          </ac:cxnSpMkLst>
        </pc:cxnChg>
      </pc:sldChg>
      <pc:sldChg chg="addSp delSp add del mod">
        <pc:chgData name="Thanh Huynh" userId="980917a970b97f82" providerId="LiveId" clId="{2F7C71E0-3046-4A82-B3E9-84E3BA6A2924}" dt="2026-02-28T18:22:03.989" v="6631" actId="2696"/>
        <pc:sldMkLst>
          <pc:docMk/>
          <pc:sldMk cId="3263710821" sldId="276"/>
        </pc:sldMkLst>
        <pc:spChg chg="add del">
          <ac:chgData name="Thanh Huynh" userId="980917a970b97f82" providerId="LiveId" clId="{2F7C71E0-3046-4A82-B3E9-84E3BA6A2924}" dt="2026-02-28T16:44:31.377" v="6139" actId="478"/>
          <ac:spMkLst>
            <pc:docMk/>
            <pc:sldMk cId="3263710821" sldId="276"/>
            <ac:spMk id="3" creationId="{BF721994-F846-D805-3DC9-6E301C7FB55A}"/>
          </ac:spMkLst>
        </pc:spChg>
        <pc:spChg chg="del">
          <ac:chgData name="Thanh Huynh" userId="980917a970b97f82" providerId="LiveId" clId="{2F7C71E0-3046-4A82-B3E9-84E3BA6A2924}" dt="2026-02-28T16:44:21.864" v="6137" actId="478"/>
          <ac:spMkLst>
            <pc:docMk/>
            <pc:sldMk cId="3263710821" sldId="276"/>
            <ac:spMk id="5" creationId="{0E890163-89F7-DD21-03FF-36AC88B53A94}"/>
          </ac:spMkLst>
        </pc:spChg>
        <pc:graphicFrameChg chg="del">
          <ac:chgData name="Thanh Huynh" userId="980917a970b97f82" providerId="LiveId" clId="{2F7C71E0-3046-4A82-B3E9-84E3BA6A2924}" dt="2026-02-28T16:44:16.023" v="6136" actId="478"/>
          <ac:graphicFrameMkLst>
            <pc:docMk/>
            <pc:sldMk cId="3263710821" sldId="276"/>
            <ac:graphicFrameMk id="6" creationId="{182A9F1E-9DEB-9D17-C3E1-B203329EFD2A}"/>
          </ac:graphicFrameMkLst>
        </pc:graphicFrameChg>
      </pc:sldChg>
      <pc:sldChg chg="addSp delSp modSp new mod setBg modNotesTx">
        <pc:chgData name="Thanh Huynh" userId="980917a970b97f82" providerId="LiveId" clId="{2F7C71E0-3046-4A82-B3E9-84E3BA6A2924}" dt="2026-02-28T18:05:34.139" v="6391" actId="1076"/>
        <pc:sldMkLst>
          <pc:docMk/>
          <pc:sldMk cId="1244400124" sldId="277"/>
        </pc:sldMkLst>
        <pc:spChg chg="mod">
          <ac:chgData name="Thanh Huynh" userId="980917a970b97f82" providerId="LiveId" clId="{2F7C71E0-3046-4A82-B3E9-84E3BA6A2924}" dt="2026-02-28T17:41:31.726" v="6224" actId="404"/>
          <ac:spMkLst>
            <pc:docMk/>
            <pc:sldMk cId="1244400124" sldId="277"/>
            <ac:spMk id="2" creationId="{00975CFF-59BB-331F-E5D5-BFDC74F5AC9D}"/>
          </ac:spMkLst>
        </pc:spChg>
        <pc:spChg chg="del mod">
          <ac:chgData name="Thanh Huynh" userId="980917a970b97f82" providerId="LiveId" clId="{2F7C71E0-3046-4A82-B3E9-84E3BA6A2924}" dt="2026-02-28T17:38:26.670" v="6205" actId="478"/>
          <ac:spMkLst>
            <pc:docMk/>
            <pc:sldMk cId="1244400124" sldId="277"/>
            <ac:spMk id="3" creationId="{5023832F-15EB-6320-F0B8-2BBAC7C93430}"/>
          </ac:spMkLst>
        </pc:spChg>
        <pc:spChg chg="add mod ord">
          <ac:chgData name="Thanh Huynh" userId="980917a970b97f82" providerId="LiveId" clId="{2F7C71E0-3046-4A82-B3E9-84E3BA6A2924}" dt="2026-02-28T17:42:42.288" v="6247" actId="14861"/>
          <ac:spMkLst>
            <pc:docMk/>
            <pc:sldMk cId="1244400124" sldId="277"/>
            <ac:spMk id="4" creationId="{DF930B7A-F7E3-C748-38DA-204D79AA6867}"/>
          </ac:spMkLst>
        </pc:spChg>
        <pc:spChg chg="add mod ord">
          <ac:chgData name="Thanh Huynh" userId="980917a970b97f82" providerId="LiveId" clId="{2F7C71E0-3046-4A82-B3E9-84E3BA6A2924}" dt="2026-02-28T17:42:27.520" v="6246" actId="207"/>
          <ac:spMkLst>
            <pc:docMk/>
            <pc:sldMk cId="1244400124" sldId="277"/>
            <ac:spMk id="5" creationId="{CD0E8AA5-01BD-9DC8-7CEF-9C24F8EBEC0D}"/>
          </ac:spMkLst>
        </pc:spChg>
        <pc:spChg chg="add mod">
          <ac:chgData name="Thanh Huynh" userId="980917a970b97f82" providerId="LiveId" clId="{2F7C71E0-3046-4A82-B3E9-84E3BA6A2924}" dt="2026-02-28T17:45:38.275" v="6271" actId="1076"/>
          <ac:spMkLst>
            <pc:docMk/>
            <pc:sldMk cId="1244400124" sldId="277"/>
            <ac:spMk id="6" creationId="{DE8B5799-371C-AF6F-C851-1DA549C47C3E}"/>
          </ac:spMkLst>
        </pc:spChg>
        <pc:spChg chg="add mod">
          <ac:chgData name="Thanh Huynh" userId="980917a970b97f82" providerId="LiveId" clId="{2F7C71E0-3046-4A82-B3E9-84E3BA6A2924}" dt="2026-02-28T17:59:30.197" v="6341" actId="207"/>
          <ac:spMkLst>
            <pc:docMk/>
            <pc:sldMk cId="1244400124" sldId="277"/>
            <ac:spMk id="7" creationId="{B6A413A4-F7A9-1B9F-EF20-54192D8460A8}"/>
          </ac:spMkLst>
        </pc:spChg>
        <pc:spChg chg="add del">
          <ac:chgData name="Thanh Huynh" userId="980917a970b97f82" providerId="LiveId" clId="{2F7C71E0-3046-4A82-B3E9-84E3BA6A2924}" dt="2026-02-28T17:37:49.957" v="6193" actId="26606"/>
          <ac:spMkLst>
            <pc:docMk/>
            <pc:sldMk cId="1244400124" sldId="277"/>
            <ac:spMk id="8" creationId="{09588DA8-065E-4F6F-8EFD-43104AB2E0CF}"/>
          </ac:spMkLst>
        </pc:spChg>
        <pc:spChg chg="add mod">
          <ac:chgData name="Thanh Huynh" userId="980917a970b97f82" providerId="LiveId" clId="{2F7C71E0-3046-4A82-B3E9-84E3BA6A2924}" dt="2026-02-28T17:46:52.115" v="6276" actId="207"/>
          <ac:spMkLst>
            <pc:docMk/>
            <pc:sldMk cId="1244400124" sldId="277"/>
            <ac:spMk id="9" creationId="{3D09CEA7-3915-19A0-9F7E-56EB28A9C143}"/>
          </ac:spMkLst>
        </pc:spChg>
        <pc:spChg chg="add del">
          <ac:chgData name="Thanh Huynh" userId="980917a970b97f82" providerId="LiveId" clId="{2F7C71E0-3046-4A82-B3E9-84E3BA6A2924}" dt="2026-02-28T17:37:49.957" v="6193" actId="26606"/>
          <ac:spMkLst>
            <pc:docMk/>
            <pc:sldMk cId="1244400124" sldId="277"/>
            <ac:spMk id="10" creationId="{C4285719-470E-454C-AF62-8323075F1F5B}"/>
          </ac:spMkLst>
        </pc:spChg>
        <pc:spChg chg="add mod">
          <ac:chgData name="Thanh Huynh" userId="980917a970b97f82" providerId="LiveId" clId="{2F7C71E0-3046-4A82-B3E9-84E3BA6A2924}" dt="2026-02-28T17:47:02.543" v="6277" actId="207"/>
          <ac:spMkLst>
            <pc:docMk/>
            <pc:sldMk cId="1244400124" sldId="277"/>
            <ac:spMk id="11" creationId="{A0204FDD-50C9-2B76-19E0-9C986216AF7E}"/>
          </ac:spMkLst>
        </pc:spChg>
        <pc:spChg chg="add del">
          <ac:chgData name="Thanh Huynh" userId="980917a970b97f82" providerId="LiveId" clId="{2F7C71E0-3046-4A82-B3E9-84E3BA6A2924}" dt="2026-02-28T17:37:49.957" v="6193" actId="26606"/>
          <ac:spMkLst>
            <pc:docMk/>
            <pc:sldMk cId="1244400124" sldId="277"/>
            <ac:spMk id="12" creationId="{CD9FE4EF-C4D8-49A0-B2FF-81D8DB7D8A24}"/>
          </ac:spMkLst>
        </pc:spChg>
        <pc:spChg chg="add mod">
          <ac:chgData name="Thanh Huynh" userId="980917a970b97f82" providerId="LiveId" clId="{2F7C71E0-3046-4A82-B3E9-84E3BA6A2924}" dt="2026-02-28T17:47:10.529" v="6278" actId="207"/>
          <ac:spMkLst>
            <pc:docMk/>
            <pc:sldMk cId="1244400124" sldId="277"/>
            <ac:spMk id="13" creationId="{A37EBB72-84AF-849F-088C-C07830F25D79}"/>
          </ac:spMkLst>
        </pc:spChg>
        <pc:spChg chg="add del">
          <ac:chgData name="Thanh Huynh" userId="980917a970b97f82" providerId="LiveId" clId="{2F7C71E0-3046-4A82-B3E9-84E3BA6A2924}" dt="2026-02-28T17:37:49.957" v="6193" actId="26606"/>
          <ac:spMkLst>
            <pc:docMk/>
            <pc:sldMk cId="1244400124" sldId="277"/>
            <ac:spMk id="14" creationId="{4300840D-0A0B-4512-BACA-B439D5B9C57C}"/>
          </ac:spMkLst>
        </pc:spChg>
        <pc:spChg chg="add mod">
          <ac:chgData name="Thanh Huynh" userId="980917a970b97f82" providerId="LiveId" clId="{2F7C71E0-3046-4A82-B3E9-84E3BA6A2924}" dt="2026-02-28T17:46:39.599" v="6275" actId="207"/>
          <ac:spMkLst>
            <pc:docMk/>
            <pc:sldMk cId="1244400124" sldId="277"/>
            <ac:spMk id="15" creationId="{2D704860-9320-EF75-CDA9-2FFFF90E3A3C}"/>
          </ac:spMkLst>
        </pc:spChg>
        <pc:spChg chg="add del">
          <ac:chgData name="Thanh Huynh" userId="980917a970b97f82" providerId="LiveId" clId="{2F7C71E0-3046-4A82-B3E9-84E3BA6A2924}" dt="2026-02-28T17:37:49.957" v="6193" actId="26606"/>
          <ac:spMkLst>
            <pc:docMk/>
            <pc:sldMk cId="1244400124" sldId="277"/>
            <ac:spMk id="16" creationId="{D2B78728-A580-49A7-84F9-6EF6F583ADE0}"/>
          </ac:spMkLst>
        </pc:spChg>
        <pc:spChg chg="add mod">
          <ac:chgData name="Thanh Huynh" userId="980917a970b97f82" providerId="LiveId" clId="{2F7C71E0-3046-4A82-B3E9-84E3BA6A2924}" dt="2026-02-28T17:49:23.663" v="6285" actId="1076"/>
          <ac:spMkLst>
            <pc:docMk/>
            <pc:sldMk cId="1244400124" sldId="277"/>
            <ac:spMk id="17" creationId="{B393EC07-D7B7-8DEA-9A0C-0531CE7FE3DA}"/>
          </ac:spMkLst>
        </pc:spChg>
        <pc:spChg chg="add del">
          <ac:chgData name="Thanh Huynh" userId="980917a970b97f82" providerId="LiveId" clId="{2F7C71E0-3046-4A82-B3E9-84E3BA6A2924}" dt="2026-02-28T17:37:49.957" v="6193" actId="26606"/>
          <ac:spMkLst>
            <pc:docMk/>
            <pc:sldMk cId="1244400124" sldId="277"/>
            <ac:spMk id="18" creationId="{38FAA1A1-D861-433F-88FA-1E9D6FD31D11}"/>
          </ac:spMkLst>
        </pc:spChg>
        <pc:spChg chg="add mod">
          <ac:chgData name="Thanh Huynh" userId="980917a970b97f82" providerId="LiveId" clId="{2F7C71E0-3046-4A82-B3E9-84E3BA6A2924}" dt="2026-02-28T17:49:11.656" v="6284" actId="1076"/>
          <ac:spMkLst>
            <pc:docMk/>
            <pc:sldMk cId="1244400124" sldId="277"/>
            <ac:spMk id="19" creationId="{C1AA41C7-A242-822E-ACF9-EAE939EE287E}"/>
          </ac:spMkLst>
        </pc:spChg>
        <pc:spChg chg="add del">
          <ac:chgData name="Thanh Huynh" userId="980917a970b97f82" providerId="LiveId" clId="{2F7C71E0-3046-4A82-B3E9-84E3BA6A2924}" dt="2026-02-28T17:37:49.957" v="6193" actId="26606"/>
          <ac:spMkLst>
            <pc:docMk/>
            <pc:sldMk cId="1244400124" sldId="277"/>
            <ac:spMk id="20" creationId="{8D71EDA1-87BF-4D5D-AB79-F346FD19278A}"/>
          </ac:spMkLst>
        </pc:spChg>
        <pc:spChg chg="add mod">
          <ac:chgData name="Thanh Huynh" userId="980917a970b97f82" providerId="LiveId" clId="{2F7C71E0-3046-4A82-B3E9-84E3BA6A2924}" dt="2026-02-28T17:48:48.147" v="6283" actId="1076"/>
          <ac:spMkLst>
            <pc:docMk/>
            <pc:sldMk cId="1244400124" sldId="277"/>
            <ac:spMk id="21" creationId="{FD492C97-0E4E-9CEC-3A81-F7600143B43D}"/>
          </ac:spMkLst>
        </pc:spChg>
        <pc:spChg chg="add mod">
          <ac:chgData name="Thanh Huynh" userId="980917a970b97f82" providerId="LiveId" clId="{2F7C71E0-3046-4A82-B3E9-84E3BA6A2924}" dt="2026-02-28T17:48:36.362" v="6282" actId="1076"/>
          <ac:spMkLst>
            <pc:docMk/>
            <pc:sldMk cId="1244400124" sldId="277"/>
            <ac:spMk id="22" creationId="{31B07E45-C24E-A749-CCD9-3C5D60E88315}"/>
          </ac:spMkLst>
        </pc:spChg>
        <pc:spChg chg="add mod">
          <ac:chgData name="Thanh Huynh" userId="980917a970b97f82" providerId="LiveId" clId="{2F7C71E0-3046-4A82-B3E9-84E3BA6A2924}" dt="2026-02-28T17:48:10.090" v="6281" actId="1076"/>
          <ac:spMkLst>
            <pc:docMk/>
            <pc:sldMk cId="1244400124" sldId="277"/>
            <ac:spMk id="23" creationId="{0B1F89E4-7DD6-C47A-8C2C-42733FFEF089}"/>
          </ac:spMkLst>
        </pc:spChg>
        <pc:spChg chg="add mod">
          <ac:chgData name="Thanh Huynh" userId="980917a970b97f82" providerId="LiveId" clId="{2F7C71E0-3046-4A82-B3E9-84E3BA6A2924}" dt="2026-02-28T17:48:02.250" v="6280" actId="1076"/>
          <ac:spMkLst>
            <pc:docMk/>
            <pc:sldMk cId="1244400124" sldId="277"/>
            <ac:spMk id="24" creationId="{F1E85442-EDBD-2DF4-C3F5-4E46271FCB35}"/>
          </ac:spMkLst>
        </pc:spChg>
        <pc:spChg chg="add mod">
          <ac:chgData name="Thanh Huynh" userId="980917a970b97f82" providerId="LiveId" clId="{2F7C71E0-3046-4A82-B3E9-84E3BA6A2924}" dt="2026-02-28T17:54:08.098" v="6312" actId="20577"/>
          <ac:spMkLst>
            <pc:docMk/>
            <pc:sldMk cId="1244400124" sldId="277"/>
            <ac:spMk id="25" creationId="{9D0116C3-509C-F24B-4E3D-079D4F7F5B7E}"/>
          </ac:spMkLst>
        </pc:spChg>
        <pc:spChg chg="add mod">
          <ac:chgData name="Thanh Huynh" userId="980917a970b97f82" providerId="LiveId" clId="{2F7C71E0-3046-4A82-B3E9-84E3BA6A2924}" dt="2026-02-28T18:02:14.995" v="6366" actId="20577"/>
          <ac:spMkLst>
            <pc:docMk/>
            <pc:sldMk cId="1244400124" sldId="277"/>
            <ac:spMk id="26" creationId="{509737DA-64DC-A44E-7739-B51B2038B011}"/>
          </ac:spMkLst>
        </pc:spChg>
        <pc:spChg chg="add mod">
          <ac:chgData name="Thanh Huynh" userId="980917a970b97f82" providerId="LiveId" clId="{2F7C71E0-3046-4A82-B3E9-84E3BA6A2924}" dt="2026-02-28T17:57:55.232" v="6337" actId="207"/>
          <ac:spMkLst>
            <pc:docMk/>
            <pc:sldMk cId="1244400124" sldId="277"/>
            <ac:spMk id="27" creationId="{7295AAA3-FCED-F1D8-9DAC-82FDE39DD2F0}"/>
          </ac:spMkLst>
        </pc:spChg>
        <pc:spChg chg="add mod">
          <ac:chgData name="Thanh Huynh" userId="980917a970b97f82" providerId="LiveId" clId="{2F7C71E0-3046-4A82-B3E9-84E3BA6A2924}" dt="2026-02-28T18:00:52.412" v="6354" actId="20577"/>
          <ac:spMkLst>
            <pc:docMk/>
            <pc:sldMk cId="1244400124" sldId="277"/>
            <ac:spMk id="28" creationId="{6BD6D158-E26D-63D5-BD43-5977976E1DCE}"/>
          </ac:spMkLst>
        </pc:spChg>
        <pc:spChg chg="add mod">
          <ac:chgData name="Thanh Huynh" userId="980917a970b97f82" providerId="LiveId" clId="{2F7C71E0-3046-4A82-B3E9-84E3BA6A2924}" dt="2026-02-28T18:02:36.162" v="6372" actId="20577"/>
          <ac:spMkLst>
            <pc:docMk/>
            <pc:sldMk cId="1244400124" sldId="277"/>
            <ac:spMk id="29" creationId="{E8CAF895-668F-B444-096E-E107EDC73D19}"/>
          </ac:spMkLst>
        </pc:spChg>
        <pc:spChg chg="add mod">
          <ac:chgData name="Thanh Huynh" userId="980917a970b97f82" providerId="LiveId" clId="{2F7C71E0-3046-4A82-B3E9-84E3BA6A2924}" dt="2026-02-28T18:03:46.651" v="6381" actId="20577"/>
          <ac:spMkLst>
            <pc:docMk/>
            <pc:sldMk cId="1244400124" sldId="277"/>
            <ac:spMk id="30" creationId="{22B371DF-F518-F697-9772-6EBB56F5E673}"/>
          </ac:spMkLst>
        </pc:spChg>
        <pc:spChg chg="add mod">
          <ac:chgData name="Thanh Huynh" userId="980917a970b97f82" providerId="LiveId" clId="{2F7C71E0-3046-4A82-B3E9-84E3BA6A2924}" dt="2026-02-28T18:05:34.139" v="6391" actId="1076"/>
          <ac:spMkLst>
            <pc:docMk/>
            <pc:sldMk cId="1244400124" sldId="277"/>
            <ac:spMk id="31" creationId="{8C29FDB6-8297-F1F8-8E19-DD797F108E1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F6EA13-7D45-4034-9515-D1A4C2FA482B}" type="datetimeFigureOut">
              <a:rPr lang="en-US" smtClean="0"/>
              <a:t>2/28/2026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961480-8D82-4BC7-905E-B6FD505E7A78}" type="slidenum">
              <a:rPr lang="en-US" smtClean="0"/>
              <a:t>‹#›</a:t>
            </a:fld>
            <a:endParaRPr lang="en-US"/>
          </a:p>
        </p:txBody>
      </p:sp>
    </p:spTree>
    <p:extLst>
      <p:ext uri="{BB962C8B-B14F-4D97-AF65-F5344CB8AC3E}">
        <p14:creationId xmlns:p14="http://schemas.microsoft.com/office/powerpoint/2010/main" val="3598628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198AE-648B-FB8F-7D25-8DC74C12EB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8F5111-1D5B-57B4-BAFD-D3778DB7FC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6DA4CF-917E-98BE-6D2F-02308DD5714F}"/>
              </a:ext>
            </a:extLst>
          </p:cNvPr>
          <p:cNvSpPr>
            <a:spLocks noGrp="1"/>
          </p:cNvSpPr>
          <p:nvPr>
            <p:ph type="body" idx="1"/>
          </p:nvPr>
        </p:nvSpPr>
        <p:spPr/>
        <p:txBody>
          <a:bodyPr/>
          <a:lstStyle/>
          <a:p>
            <a:r>
              <a:rPr lang="en-US" dirty="0"/>
              <a:t>Our project is titled </a:t>
            </a:r>
            <a:r>
              <a:rPr lang="en-US" i="1" dirty="0"/>
              <a:t>Comparing Consumer Out-of-Pocket Healthcare Expenditures: A Cross-National Dataset from 2015 to 2022.</a:t>
            </a:r>
            <a:endParaRPr lang="en-US" dirty="0"/>
          </a:p>
          <a:p>
            <a:r>
              <a:rPr lang="en-US" dirty="0"/>
              <a:t>In this project, we constructed a reproducible dataset that compares how much individuals pay out-of-pocket for healthcare in five countries: the United States, Canada, the United Kingdom, Japan, and China.</a:t>
            </a:r>
          </a:p>
          <a:p>
            <a:r>
              <a:rPr lang="en-US" dirty="0"/>
              <a:t>Rather than looking at total national healthcare spending, we focused specifically on household financial burden — what consumers directly pay themselves.</a:t>
            </a:r>
          </a:p>
        </p:txBody>
      </p:sp>
      <p:sp>
        <p:nvSpPr>
          <p:cNvPr id="4" name="Slide Number Placeholder 3">
            <a:extLst>
              <a:ext uri="{FF2B5EF4-FFF2-40B4-BE49-F238E27FC236}">
                <a16:creationId xmlns:a16="http://schemas.microsoft.com/office/drawing/2014/main" id="{C949B9C3-257C-DAF1-8C1A-35EFBD502C09}"/>
              </a:ext>
            </a:extLst>
          </p:cNvPr>
          <p:cNvSpPr>
            <a:spLocks noGrp="1"/>
          </p:cNvSpPr>
          <p:nvPr>
            <p:ph type="sldNum" sz="quarter" idx="5"/>
          </p:nvPr>
        </p:nvSpPr>
        <p:spPr/>
        <p:txBody>
          <a:bodyPr/>
          <a:lstStyle/>
          <a:p>
            <a:fld id="{98961480-8D82-4BC7-905E-B6FD505E7A78}" type="slidenum">
              <a:rPr lang="en-US" smtClean="0"/>
              <a:t>1</a:t>
            </a:fld>
            <a:endParaRPr lang="en-US"/>
          </a:p>
        </p:txBody>
      </p:sp>
    </p:spTree>
    <p:extLst>
      <p:ext uri="{BB962C8B-B14F-4D97-AF65-F5344CB8AC3E}">
        <p14:creationId xmlns:p14="http://schemas.microsoft.com/office/powerpoint/2010/main" val="3679567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DB81D-0F29-CC84-DF70-65ED34FD3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C76D6F-595F-B8F5-8E5D-3FA1DEA480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3B2DD1-8C62-4FC7-DF5A-73BBC54AF4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FECE4F-46C0-3956-9D4E-4BE4760DEDA1}"/>
              </a:ext>
            </a:extLst>
          </p:cNvPr>
          <p:cNvSpPr>
            <a:spLocks noGrp="1"/>
          </p:cNvSpPr>
          <p:nvPr>
            <p:ph type="sldNum" sz="quarter" idx="5"/>
          </p:nvPr>
        </p:nvSpPr>
        <p:spPr/>
        <p:txBody>
          <a:bodyPr/>
          <a:lstStyle/>
          <a:p>
            <a:fld id="{98961480-8D82-4BC7-905E-B6FD505E7A78}" type="slidenum">
              <a:rPr lang="en-US" smtClean="0"/>
              <a:t>3</a:t>
            </a:fld>
            <a:endParaRPr lang="en-US"/>
          </a:p>
        </p:txBody>
      </p:sp>
    </p:spTree>
    <p:extLst>
      <p:ext uri="{BB962C8B-B14F-4D97-AF65-F5344CB8AC3E}">
        <p14:creationId xmlns:p14="http://schemas.microsoft.com/office/powerpoint/2010/main" val="34436344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F4EA2-8BEA-9028-3580-7E1BB80406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1D5F01-5C62-171F-F13C-A5829C31DB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71093A-3241-5A6D-16A1-7E3BCABCAFEB}"/>
              </a:ext>
            </a:extLst>
          </p:cNvPr>
          <p:cNvSpPr>
            <a:spLocks noGrp="1"/>
          </p:cNvSpPr>
          <p:nvPr>
            <p:ph type="body" idx="1"/>
          </p:nvPr>
        </p:nvSpPr>
        <p:spPr/>
        <p:txBody>
          <a:bodyPr/>
          <a:lstStyle/>
          <a:p>
            <a:r>
              <a:rPr lang="en-US" dirty="0"/>
              <a:t>Healthcare spending is often discussed in terms of total national expenditure, but individuals experience costs through out-of-pocket payments.</a:t>
            </a:r>
          </a:p>
          <a:p>
            <a:r>
              <a:rPr lang="en-US" dirty="0"/>
              <a:t>Our project isolates this specific component to better understand household financial burden across different healthcare systems.</a:t>
            </a:r>
          </a:p>
          <a:p>
            <a:r>
              <a:rPr lang="en-US" dirty="0"/>
              <a:t>We had three main goals:</a:t>
            </a:r>
          </a:p>
          <a:p>
            <a:r>
              <a:rPr lang="en-US" dirty="0"/>
              <a:t>Build a harmonized dataset of out-of-pocket spending per capita, adjusted for purchasing power parity.</a:t>
            </a:r>
          </a:p>
          <a:p>
            <a:r>
              <a:rPr lang="en-US" dirty="0"/>
              <a:t>Compare trends across five countries from 2015 to 2022.</a:t>
            </a:r>
          </a:p>
          <a:p>
            <a:r>
              <a:rPr lang="en-US" dirty="0"/>
              <a:t>Evaluate consistency between OECD and WHO reporting systems.</a:t>
            </a:r>
          </a:p>
          <a:p>
            <a:r>
              <a:rPr lang="en-US" dirty="0"/>
              <a:t>Both datasets follow the SHA 2011 framework, which is an internationally standardized system for reporting health expenditures developed by the OECD, WHO, and Eurostat.</a:t>
            </a:r>
            <a:br>
              <a:rPr lang="en-US" dirty="0"/>
            </a:br>
            <a:r>
              <a:rPr lang="en-US" dirty="0"/>
              <a:t>Using this shared framework allows meaningful cross-country comparison.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E99D214D-B48A-19A9-24A9-C219CDD16A1B}"/>
              </a:ext>
            </a:extLst>
          </p:cNvPr>
          <p:cNvSpPr>
            <a:spLocks noGrp="1"/>
          </p:cNvSpPr>
          <p:nvPr>
            <p:ph type="sldNum" sz="quarter" idx="5"/>
          </p:nvPr>
        </p:nvSpPr>
        <p:spPr/>
        <p:txBody>
          <a:bodyPr/>
          <a:lstStyle/>
          <a:p>
            <a:fld id="{98961480-8D82-4BC7-905E-B6FD505E7A78}" type="slidenum">
              <a:rPr lang="en-US" smtClean="0"/>
              <a:t>4</a:t>
            </a:fld>
            <a:endParaRPr lang="en-US"/>
          </a:p>
        </p:txBody>
      </p:sp>
    </p:spTree>
    <p:extLst>
      <p:ext uri="{BB962C8B-B14F-4D97-AF65-F5344CB8AC3E}">
        <p14:creationId xmlns:p14="http://schemas.microsoft.com/office/powerpoint/2010/main" val="5236810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 came from two primary sources:</a:t>
            </a:r>
          </a:p>
          <a:p>
            <a:r>
              <a:rPr lang="en-US" dirty="0"/>
              <a:t>First, the WHO Global Health Expenditure Database, accessed programmatically through the World Bank API using indicator code SH.XPD.OOPC.PP.CD.</a:t>
            </a:r>
          </a:p>
          <a:p>
            <a:r>
              <a:rPr lang="en-US" dirty="0"/>
              <a:t>Second, OECD Health Statistics, accessed via the OECD SDMX API under SHA 2011 category HF3, which represents household out-of-pocket spending.</a:t>
            </a:r>
          </a:p>
          <a:p>
            <a:r>
              <a:rPr lang="en-US" dirty="0"/>
              <a:t>The key indicator we used was out-of-pocket expenditure per capita, adjusted for purchasing power parity in current international dollars.</a:t>
            </a:r>
          </a:p>
          <a:p>
            <a:r>
              <a:rPr lang="en-US" dirty="0"/>
              <a:t>Since both sources follow the same accounting framework, this enables systematic comparison.</a:t>
            </a:r>
          </a:p>
        </p:txBody>
      </p:sp>
      <p:sp>
        <p:nvSpPr>
          <p:cNvPr id="4" name="Slide Number Placeholder 3"/>
          <p:cNvSpPr>
            <a:spLocks noGrp="1"/>
          </p:cNvSpPr>
          <p:nvPr>
            <p:ph type="sldNum" sz="quarter" idx="5"/>
          </p:nvPr>
        </p:nvSpPr>
        <p:spPr/>
        <p:txBody>
          <a:bodyPr/>
          <a:lstStyle/>
          <a:p>
            <a:fld id="{98961480-8D82-4BC7-905E-B6FD505E7A78}" type="slidenum">
              <a:rPr lang="en-US" smtClean="0"/>
              <a:t>5</a:t>
            </a:fld>
            <a:endParaRPr lang="en-US"/>
          </a:p>
        </p:txBody>
      </p:sp>
    </p:spTree>
    <p:extLst>
      <p:ext uri="{BB962C8B-B14F-4D97-AF65-F5344CB8AC3E}">
        <p14:creationId xmlns:p14="http://schemas.microsoft.com/office/powerpoint/2010/main" val="950737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were collected using publicly available APIs in Python. Out-of-pocket health spending per capita (PPP-adjusted) was retrieved from the WHO Global Health Expenditure Database through the World Bank API. OECD data were collected using the OECD SDMX API under the SHA 2011 framework (HF3 category).</a:t>
            </a:r>
          </a:p>
          <a:p>
            <a:r>
              <a:rPr lang="en-US" dirty="0"/>
              <a:t>The data were cleaned and reshaped using pandas. We filtered the dataset to include only years 2015–2022 and standardized country codes to merge the datasets. We then calculated differences between OECD and WHO values to assess consistency.</a:t>
            </a:r>
          </a:p>
          <a:p>
            <a:r>
              <a:rPr lang="en-US" dirty="0"/>
              <a:t>Using APIs ensures the data collection process is transparent and reproducible.</a:t>
            </a:r>
          </a:p>
          <a:p>
            <a:endParaRPr lang="en-US" dirty="0"/>
          </a:p>
        </p:txBody>
      </p:sp>
      <p:sp>
        <p:nvSpPr>
          <p:cNvPr id="4" name="Slide Number Placeholder 3"/>
          <p:cNvSpPr>
            <a:spLocks noGrp="1"/>
          </p:cNvSpPr>
          <p:nvPr>
            <p:ph type="sldNum" sz="quarter" idx="5"/>
          </p:nvPr>
        </p:nvSpPr>
        <p:spPr/>
        <p:txBody>
          <a:bodyPr/>
          <a:lstStyle/>
          <a:p>
            <a:fld id="{98961480-8D82-4BC7-905E-B6FD505E7A78}" type="slidenum">
              <a:rPr lang="en-US" smtClean="0"/>
              <a:t>6</a:t>
            </a:fld>
            <a:endParaRPr lang="en-US"/>
          </a:p>
        </p:txBody>
      </p:sp>
    </p:spTree>
    <p:extLst>
      <p:ext uri="{BB962C8B-B14F-4D97-AF65-F5344CB8AC3E}">
        <p14:creationId xmlns:p14="http://schemas.microsoft.com/office/powerpoint/2010/main" val="31427789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retrieving the data, we performed several preprocessing steps:</a:t>
            </a:r>
          </a:p>
          <a:p>
            <a:r>
              <a:rPr lang="en-US" dirty="0"/>
              <a:t>We converted JSON and CSV responses into pandas </a:t>
            </a:r>
            <a:r>
              <a:rPr lang="en-US" dirty="0" err="1"/>
              <a:t>DataFrames</a:t>
            </a:r>
            <a:r>
              <a:rPr lang="en-US" dirty="0"/>
              <a:t>.</a:t>
            </a:r>
            <a:br>
              <a:rPr lang="en-US" dirty="0"/>
            </a:br>
            <a:r>
              <a:rPr lang="en-US" dirty="0"/>
              <a:t>We standardized column names and country codes.</a:t>
            </a:r>
            <a:br>
              <a:rPr lang="en-US" dirty="0"/>
            </a:br>
            <a:r>
              <a:rPr lang="en-US" dirty="0"/>
              <a:t>We filtered the years to 2015 through 2022.</a:t>
            </a:r>
            <a:br>
              <a:rPr lang="en-US" dirty="0"/>
            </a:br>
            <a:r>
              <a:rPr lang="en-US" dirty="0"/>
              <a:t>We removed missing values and reshaped the data where necessary using pivot and melt functions.</a:t>
            </a:r>
          </a:p>
          <a:p>
            <a:r>
              <a:rPr lang="en-US" dirty="0"/>
              <a:t>Finally, we merged the datasets on country and year and calculated:</a:t>
            </a:r>
          </a:p>
          <a:p>
            <a:r>
              <a:rPr lang="en-US" dirty="0"/>
              <a:t>Absolute differences</a:t>
            </a:r>
          </a:p>
          <a:p>
            <a:r>
              <a:rPr lang="en-US" dirty="0"/>
              <a:t>Percentage differences</a:t>
            </a:r>
          </a:p>
          <a:p>
            <a:r>
              <a:rPr lang="en-US" dirty="0"/>
              <a:t>All of these steps were performed programmatically to ensure transparency and reproducibility.</a:t>
            </a:r>
          </a:p>
        </p:txBody>
      </p:sp>
      <p:sp>
        <p:nvSpPr>
          <p:cNvPr id="4" name="Slide Number Placeholder 3"/>
          <p:cNvSpPr>
            <a:spLocks noGrp="1"/>
          </p:cNvSpPr>
          <p:nvPr>
            <p:ph type="sldNum" sz="quarter" idx="5"/>
          </p:nvPr>
        </p:nvSpPr>
        <p:spPr/>
        <p:txBody>
          <a:bodyPr/>
          <a:lstStyle/>
          <a:p>
            <a:fld id="{98961480-8D82-4BC7-905E-B6FD505E7A78}" type="slidenum">
              <a:rPr lang="en-US" smtClean="0"/>
              <a:t>7</a:t>
            </a:fld>
            <a:endParaRPr lang="en-US"/>
          </a:p>
        </p:txBody>
      </p:sp>
    </p:spTree>
    <p:extLst>
      <p:ext uri="{BB962C8B-B14F-4D97-AF65-F5344CB8AC3E}">
        <p14:creationId xmlns:p14="http://schemas.microsoft.com/office/powerpoint/2010/main" val="20852889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structure of our final constructed dataset.</a:t>
            </a:r>
          </a:p>
          <a:p>
            <a:r>
              <a:rPr lang="en-US" dirty="0"/>
              <a:t>The cleaned master dataset contains seven key columns.</a:t>
            </a:r>
          </a:p>
          <a:p>
            <a:r>
              <a:rPr lang="en-US" dirty="0"/>
              <a:t>First, we have the country name and the ISO alpha-3 country code, which standardizes country identification across both data sources.</a:t>
            </a:r>
          </a:p>
          <a:p>
            <a:r>
              <a:rPr lang="en-US" dirty="0"/>
              <a:t>Next, we include the calendar year, covering 2015 through 2022.</a:t>
            </a:r>
          </a:p>
          <a:p>
            <a:r>
              <a:rPr lang="en-US" dirty="0"/>
              <a:t>The core variables are the OECD-reported out-of-pocket expenditure per capita and the WHO/World Bank-reported value for the same indicator. Both are PPP-adjusted and expressed in current international dollars, which allows meaningful cross-country comparison.</a:t>
            </a:r>
          </a:p>
          <a:p>
            <a:r>
              <a:rPr lang="en-US" dirty="0"/>
              <a:t>To evaluate consistency between the two reporting systems, we calculated two additional variables:</a:t>
            </a:r>
          </a:p>
          <a:p>
            <a:r>
              <a:rPr lang="en-US" dirty="0"/>
              <a:t>The absolute difference between OECD and WHO values</a:t>
            </a:r>
          </a:p>
          <a:p>
            <a:r>
              <a:rPr lang="en-US" dirty="0"/>
              <a:t>The percentage difference between the two sources</a:t>
            </a:r>
          </a:p>
          <a:p>
            <a:r>
              <a:rPr lang="en-US" dirty="0"/>
              <a:t>Each row in the dataset represents one country in one specific year.</a:t>
            </a:r>
          </a:p>
          <a:p>
            <a:r>
              <a:rPr lang="en-US" dirty="0"/>
              <a:t>Since we analyze five countries across eight years, the total dataset contains 40 observations.</a:t>
            </a:r>
          </a:p>
          <a:p>
            <a:r>
              <a:rPr lang="en-US" dirty="0"/>
              <a:t>On the right side of the slide, you can see a sample of the final dataset. This preview illustrates how the values are structured and how the comparison metrics—absolute and percentage differences—allow us to directly assess cross-source consistency.</a:t>
            </a:r>
          </a:p>
          <a:p>
            <a:r>
              <a:rPr lang="en-US" dirty="0"/>
              <a:t>Overall, the dataset is fully harmonized, reproducible, and structured to support cross-national affordability analysis.</a:t>
            </a:r>
          </a:p>
        </p:txBody>
      </p:sp>
      <p:sp>
        <p:nvSpPr>
          <p:cNvPr id="4" name="Slide Number Placeholder 3"/>
          <p:cNvSpPr>
            <a:spLocks noGrp="1"/>
          </p:cNvSpPr>
          <p:nvPr>
            <p:ph type="sldNum" sz="quarter" idx="5"/>
          </p:nvPr>
        </p:nvSpPr>
        <p:spPr/>
        <p:txBody>
          <a:bodyPr/>
          <a:lstStyle/>
          <a:p>
            <a:fld id="{98961480-8D82-4BC7-905E-B6FD505E7A78}" type="slidenum">
              <a:rPr lang="en-US" smtClean="0"/>
              <a:t>8</a:t>
            </a:fld>
            <a:endParaRPr lang="en-US"/>
          </a:p>
        </p:txBody>
      </p:sp>
    </p:spTree>
    <p:extLst>
      <p:ext uri="{BB962C8B-B14F-4D97-AF65-F5344CB8AC3E}">
        <p14:creationId xmlns:p14="http://schemas.microsoft.com/office/powerpoint/2010/main" val="7255673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outputs include:</a:t>
            </a:r>
          </a:p>
          <a:p>
            <a:r>
              <a:rPr lang="en-US" dirty="0"/>
              <a:t>A cleaned master dataset in CSV format</a:t>
            </a:r>
          </a:p>
          <a:p>
            <a:r>
              <a:rPr lang="en-US" dirty="0"/>
              <a:t>A comparison dataset showing OECD versus WHO values</a:t>
            </a:r>
          </a:p>
          <a:p>
            <a:r>
              <a:rPr lang="en-US" dirty="0"/>
              <a:t>A </a:t>
            </a:r>
            <a:r>
              <a:rPr lang="en-US" dirty="0" err="1"/>
              <a:t>Jupyter</a:t>
            </a:r>
            <a:r>
              <a:rPr lang="en-US" dirty="0"/>
              <a:t> notebook containing the full workflow</a:t>
            </a:r>
          </a:p>
          <a:p>
            <a:r>
              <a:rPr lang="en-US" dirty="0"/>
              <a:t>Because the API calls and preprocessing steps are fully scripted, anyone can rerun or extend this analysis.</a:t>
            </a:r>
          </a:p>
          <a:p>
            <a:r>
              <a:rPr lang="en-US" dirty="0"/>
              <a:t>The dataset is easily expandable to include additional countries or additional years.</a:t>
            </a:r>
          </a:p>
        </p:txBody>
      </p:sp>
      <p:sp>
        <p:nvSpPr>
          <p:cNvPr id="4" name="Slide Number Placeholder 3"/>
          <p:cNvSpPr>
            <a:spLocks noGrp="1"/>
          </p:cNvSpPr>
          <p:nvPr>
            <p:ph type="sldNum" sz="quarter" idx="5"/>
          </p:nvPr>
        </p:nvSpPr>
        <p:spPr/>
        <p:txBody>
          <a:bodyPr/>
          <a:lstStyle/>
          <a:p>
            <a:fld id="{98961480-8D82-4BC7-905E-B6FD505E7A78}" type="slidenum">
              <a:rPr lang="en-US" smtClean="0"/>
              <a:t>9</a:t>
            </a:fld>
            <a:endParaRPr lang="en-US"/>
          </a:p>
        </p:txBody>
      </p:sp>
    </p:spTree>
    <p:extLst>
      <p:ext uri="{BB962C8B-B14F-4D97-AF65-F5344CB8AC3E}">
        <p14:creationId xmlns:p14="http://schemas.microsoft.com/office/powerpoint/2010/main" val="21549326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data used in this project are publicly available.</a:t>
            </a:r>
          </a:p>
          <a:p>
            <a:r>
              <a:rPr lang="en-US" dirty="0"/>
              <a:t>The WHO Global Health Expenditure Database is open access.</a:t>
            </a:r>
            <a:br>
              <a:rPr lang="en-US" dirty="0"/>
            </a:br>
            <a:r>
              <a:rPr lang="en-US" dirty="0"/>
              <a:t>OECD Health Statistics also provides public API access.</a:t>
            </a:r>
          </a:p>
          <a:p>
            <a:r>
              <a:rPr lang="en-US" dirty="0"/>
              <a:t>The data consist only of aggregated national statistics, meaning no individual-level or restricted data were used.</a:t>
            </a:r>
          </a:p>
          <a:p>
            <a:r>
              <a:rPr lang="en-US" dirty="0"/>
              <a:t>Therefore, there are no privacy or ethical concerns related to this dataset.</a:t>
            </a:r>
          </a:p>
        </p:txBody>
      </p:sp>
      <p:sp>
        <p:nvSpPr>
          <p:cNvPr id="4" name="Slide Number Placeholder 3"/>
          <p:cNvSpPr>
            <a:spLocks noGrp="1"/>
          </p:cNvSpPr>
          <p:nvPr>
            <p:ph type="sldNum" sz="quarter" idx="5"/>
          </p:nvPr>
        </p:nvSpPr>
        <p:spPr/>
        <p:txBody>
          <a:bodyPr/>
          <a:lstStyle/>
          <a:p>
            <a:fld id="{98961480-8D82-4BC7-905E-B6FD505E7A78}" type="slidenum">
              <a:rPr lang="en-US" smtClean="0"/>
              <a:t>10</a:t>
            </a:fld>
            <a:endParaRPr lang="en-US"/>
          </a:p>
        </p:txBody>
      </p:sp>
    </p:spTree>
    <p:extLst>
      <p:ext uri="{BB962C8B-B14F-4D97-AF65-F5344CB8AC3E}">
        <p14:creationId xmlns:p14="http://schemas.microsoft.com/office/powerpoint/2010/main" val="42012727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Although both OECD and WHO follow the SHA 2011 framework, we observed minor discrepancies between reported values.</a:t>
            </a:r>
          </a:p>
          <a:p>
            <a:r>
              <a:rPr lang="en-US" dirty="0"/>
              <a:t>These differences likely arise from:</a:t>
            </a:r>
          </a:p>
          <a:p>
            <a:r>
              <a:rPr lang="en-US" dirty="0"/>
              <a:t>Revision timing</a:t>
            </a:r>
          </a:p>
          <a:p>
            <a:r>
              <a:rPr lang="en-US" dirty="0"/>
              <a:t>Update cycles</a:t>
            </a:r>
          </a:p>
          <a:p>
            <a:r>
              <a:rPr lang="en-US" dirty="0"/>
              <a:t>Slight differences in PPP adjustment calculations</a:t>
            </a:r>
          </a:p>
          <a:p>
            <a:r>
              <a:rPr lang="en-US" dirty="0"/>
              <a:t>Additionally, the COVID-19 pandemic may distort short-term comparability across countries.</a:t>
            </a:r>
          </a:p>
          <a:p>
            <a:r>
              <a:rPr lang="en-US" dirty="0"/>
              <a:t>Finally, out-of-pocket spending does not include insurance premiums, meaning it may understate total consumer financial exposure in some systems.</a:t>
            </a:r>
          </a:p>
          <a:p>
            <a:r>
              <a:rPr lang="en-US" dirty="0"/>
              <a:t>Despite these limitations, the dataset provides a standardized and reproducible foundation for cross-national comparison.</a:t>
            </a:r>
          </a:p>
        </p:txBody>
      </p:sp>
      <p:sp>
        <p:nvSpPr>
          <p:cNvPr id="4" name="Slide Number Placeholder 3"/>
          <p:cNvSpPr>
            <a:spLocks noGrp="1"/>
          </p:cNvSpPr>
          <p:nvPr>
            <p:ph type="sldNum" sz="quarter" idx="5"/>
          </p:nvPr>
        </p:nvSpPr>
        <p:spPr/>
        <p:txBody>
          <a:bodyPr/>
          <a:lstStyle/>
          <a:p>
            <a:fld id="{98961480-8D82-4BC7-905E-B6FD505E7A78}" type="slidenum">
              <a:rPr lang="en-US" smtClean="0"/>
              <a:t>11</a:t>
            </a:fld>
            <a:endParaRPr lang="en-US"/>
          </a:p>
        </p:txBody>
      </p:sp>
    </p:spTree>
    <p:extLst>
      <p:ext uri="{BB962C8B-B14F-4D97-AF65-F5344CB8AC3E}">
        <p14:creationId xmlns:p14="http://schemas.microsoft.com/office/powerpoint/2010/main" val="667001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dataset can support multiple types of users.</a:t>
            </a:r>
          </a:p>
          <a:p>
            <a:r>
              <a:rPr lang="en-US" dirty="0"/>
              <a:t>Researchers can use it for affordability studies.</a:t>
            </a:r>
            <a:br>
              <a:rPr lang="en-US" dirty="0"/>
            </a:br>
            <a:r>
              <a:rPr lang="en-US" dirty="0"/>
              <a:t>Policy analysts can compare healthcare systems across countries.</a:t>
            </a:r>
            <a:br>
              <a:rPr lang="en-US" dirty="0"/>
            </a:br>
            <a:r>
              <a:rPr lang="en-US" dirty="0"/>
              <a:t>Students can apply it in economic or public health research.</a:t>
            </a:r>
            <a:br>
              <a:rPr lang="en-US" dirty="0"/>
            </a:br>
            <a:r>
              <a:rPr lang="en-US" dirty="0"/>
              <a:t>Journalists and advocates can use it to communicate cost differences clearly.</a:t>
            </a:r>
          </a:p>
          <a:p>
            <a:r>
              <a:rPr lang="en-US" dirty="0"/>
              <a:t>Because the dataset is standardized and reproducible, it can easily be extended to other countries or future years.</a:t>
            </a:r>
          </a:p>
        </p:txBody>
      </p:sp>
      <p:sp>
        <p:nvSpPr>
          <p:cNvPr id="4" name="Slide Number Placeholder 3"/>
          <p:cNvSpPr>
            <a:spLocks noGrp="1"/>
          </p:cNvSpPr>
          <p:nvPr>
            <p:ph type="sldNum" sz="quarter" idx="5"/>
          </p:nvPr>
        </p:nvSpPr>
        <p:spPr/>
        <p:txBody>
          <a:bodyPr/>
          <a:lstStyle/>
          <a:p>
            <a:fld id="{98961480-8D82-4BC7-905E-B6FD505E7A78}" type="slidenum">
              <a:rPr lang="en-US" smtClean="0"/>
              <a:t>12</a:t>
            </a:fld>
            <a:endParaRPr lang="en-US"/>
          </a:p>
        </p:txBody>
      </p:sp>
    </p:spTree>
    <p:extLst>
      <p:ext uri="{BB962C8B-B14F-4D97-AF65-F5344CB8AC3E}">
        <p14:creationId xmlns:p14="http://schemas.microsoft.com/office/powerpoint/2010/main" val="34591152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I’ll briefly summarize what we can conclude from our constructed dataset.</a:t>
            </a:r>
          </a:p>
          <a:p>
            <a:r>
              <a:rPr lang="en-US" dirty="0"/>
              <a:t>First, across all years from 2015 to 2022, the United States consistently has the highest out-of-pocket healthcare spending per capita among the five countries we examined. Even after adjusting for purchasing power parity, U.S. households face a significantly higher direct financial burden compared to Canada, the United Kingdom, Japan, and China.</a:t>
            </a:r>
          </a:p>
          <a:p>
            <a:r>
              <a:rPr lang="en-US" dirty="0"/>
              <a:t>Second, the United Kingdom and Japan consistently show the lowest levels of out-of-pocket spending per capita. This reflects the structure of their healthcare systems, which rely more heavily on public financing and provide stronger financial protection for households.</a:t>
            </a:r>
          </a:p>
          <a:p>
            <a:r>
              <a:rPr lang="en-US" dirty="0"/>
              <a:t>Canada and China fall in the middle range, though for different structural reasons. Canada has universal coverage but still requires out-of-pocket spending for certain services like dental and outpatient prescriptions. China shows a noticeable upward trend over time, reflecting ongoing healthcare system reforms and changes in financing structure.</a:t>
            </a:r>
          </a:p>
          <a:p>
            <a:r>
              <a:rPr lang="en-US" dirty="0"/>
              <a:t>Another important finding is the strong alignment between OECD and WHO data. The absolute and percentage differences between the two sources are generally small. This suggests that both reporting systems, which follow the SHA 2011 framework, are highly consistent. Any small discrepancies are likely due to differences in update cycles, revision timing, or PPP recalculations rather than conceptual differences.</a:t>
            </a:r>
          </a:p>
          <a:p>
            <a:r>
              <a:rPr lang="en-US" dirty="0"/>
              <a:t>We also observe some irregularities during 2020 and 2021, likely related to the COVID-19 pandemic. Temporary reductions in elective care, government interventions, and shifts in utilization patterns may have affected short-term spending trends.</a:t>
            </a:r>
          </a:p>
          <a:p>
            <a:r>
              <a:rPr lang="en-US" dirty="0"/>
              <a:t>Overall, our dataset confirms substantial structural differences in how healthcare systems distribute financial responsibility to households. It demonstrates that even among high-income countries, the degree of direct financial burden varies significantly.</a:t>
            </a:r>
          </a:p>
          <a:p>
            <a:r>
              <a:rPr lang="en-US" dirty="0"/>
              <a:t>Most importantly, because our dataset is fully reproducible and harmonized, it provides a reliable foundation for future affordability analysis, policy comparison, and further research into household healthcare costs.</a:t>
            </a:r>
          </a:p>
        </p:txBody>
      </p:sp>
      <p:sp>
        <p:nvSpPr>
          <p:cNvPr id="4" name="Slide Number Placeholder 3"/>
          <p:cNvSpPr>
            <a:spLocks noGrp="1"/>
          </p:cNvSpPr>
          <p:nvPr>
            <p:ph type="sldNum" sz="quarter" idx="5"/>
          </p:nvPr>
        </p:nvSpPr>
        <p:spPr/>
        <p:txBody>
          <a:bodyPr/>
          <a:lstStyle/>
          <a:p>
            <a:fld id="{98961480-8D82-4BC7-905E-B6FD505E7A78}" type="slidenum">
              <a:rPr lang="en-US" smtClean="0"/>
              <a:t>13</a:t>
            </a:fld>
            <a:endParaRPr lang="en-US"/>
          </a:p>
        </p:txBody>
      </p:sp>
    </p:spTree>
    <p:extLst>
      <p:ext uri="{BB962C8B-B14F-4D97-AF65-F5344CB8AC3E}">
        <p14:creationId xmlns:p14="http://schemas.microsoft.com/office/powerpoint/2010/main" val="3606444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F3E23-A5C1-6A42-9A26-FFFEBB0CD8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B7FA3F3-7D43-8946-A2D9-9292CA2D9E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65F98C-3658-9642-9833-AD1737308B98}"/>
              </a:ext>
            </a:extLst>
          </p:cNvPr>
          <p:cNvSpPr>
            <a:spLocks noGrp="1"/>
          </p:cNvSpPr>
          <p:nvPr>
            <p:ph type="dt" sz="half" idx="10"/>
          </p:nvPr>
        </p:nvSpPr>
        <p:spPr/>
        <p:txBody>
          <a:bodyPr/>
          <a:lstStyle/>
          <a:p>
            <a:fld id="{3C5E3940-567D-0E4A-B27A-538E5CA3F251}" type="datetimeFigureOut">
              <a:rPr lang="en-US" smtClean="0"/>
              <a:t>2/28/2026</a:t>
            </a:fld>
            <a:endParaRPr lang="en-US"/>
          </a:p>
        </p:txBody>
      </p:sp>
      <p:sp>
        <p:nvSpPr>
          <p:cNvPr id="5" name="Footer Placeholder 4">
            <a:extLst>
              <a:ext uri="{FF2B5EF4-FFF2-40B4-BE49-F238E27FC236}">
                <a16:creationId xmlns:a16="http://schemas.microsoft.com/office/drawing/2014/main" id="{39C27C1E-8ECA-4B41-81B0-47038D41AA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F174E7-C487-4C4A-9489-E617BE14A198}"/>
              </a:ext>
            </a:extLst>
          </p:cNvPr>
          <p:cNvSpPr>
            <a:spLocks noGrp="1"/>
          </p:cNvSpPr>
          <p:nvPr>
            <p:ph type="sldNum" sz="quarter" idx="12"/>
          </p:nvPr>
        </p:nvSpPr>
        <p:spPr/>
        <p:txBody>
          <a:bodyPr/>
          <a:lstStyle/>
          <a:p>
            <a:fld id="{77C04E71-C3B3-D34A-A2EC-B9453AF94C68}" type="slidenum">
              <a:rPr lang="en-US" smtClean="0"/>
              <a:t>‹#›</a:t>
            </a:fld>
            <a:endParaRPr lang="en-US"/>
          </a:p>
        </p:txBody>
      </p:sp>
    </p:spTree>
    <p:extLst>
      <p:ext uri="{BB962C8B-B14F-4D97-AF65-F5344CB8AC3E}">
        <p14:creationId xmlns:p14="http://schemas.microsoft.com/office/powerpoint/2010/main" val="1344500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CAC13-2165-974B-8D7E-C72B3D42CA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B1D158-5609-9748-AF3C-D788CC3649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82E80E-8FCC-E349-B390-0E3491005DEE}"/>
              </a:ext>
            </a:extLst>
          </p:cNvPr>
          <p:cNvSpPr>
            <a:spLocks noGrp="1"/>
          </p:cNvSpPr>
          <p:nvPr>
            <p:ph type="dt" sz="half" idx="10"/>
          </p:nvPr>
        </p:nvSpPr>
        <p:spPr/>
        <p:txBody>
          <a:bodyPr/>
          <a:lstStyle/>
          <a:p>
            <a:fld id="{3C5E3940-567D-0E4A-B27A-538E5CA3F251}" type="datetimeFigureOut">
              <a:rPr lang="en-US" smtClean="0"/>
              <a:t>2/28/2026</a:t>
            </a:fld>
            <a:endParaRPr lang="en-US"/>
          </a:p>
        </p:txBody>
      </p:sp>
      <p:sp>
        <p:nvSpPr>
          <p:cNvPr id="5" name="Footer Placeholder 4">
            <a:extLst>
              <a:ext uri="{FF2B5EF4-FFF2-40B4-BE49-F238E27FC236}">
                <a16:creationId xmlns:a16="http://schemas.microsoft.com/office/drawing/2014/main" id="{A0A6EB36-EB94-BB4E-AA42-06E4643079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FB1BF6-B91C-634D-9ADF-D7BD5C724A95}"/>
              </a:ext>
            </a:extLst>
          </p:cNvPr>
          <p:cNvSpPr>
            <a:spLocks noGrp="1"/>
          </p:cNvSpPr>
          <p:nvPr>
            <p:ph type="sldNum" sz="quarter" idx="12"/>
          </p:nvPr>
        </p:nvSpPr>
        <p:spPr/>
        <p:txBody>
          <a:bodyPr/>
          <a:lstStyle/>
          <a:p>
            <a:fld id="{77C04E71-C3B3-D34A-A2EC-B9453AF94C68}" type="slidenum">
              <a:rPr lang="en-US" smtClean="0"/>
              <a:t>‹#›</a:t>
            </a:fld>
            <a:endParaRPr lang="en-US"/>
          </a:p>
        </p:txBody>
      </p:sp>
    </p:spTree>
    <p:extLst>
      <p:ext uri="{BB962C8B-B14F-4D97-AF65-F5344CB8AC3E}">
        <p14:creationId xmlns:p14="http://schemas.microsoft.com/office/powerpoint/2010/main" val="1081882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B101B-78E9-B44E-9F77-E46DD21E7D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D6813B8-D3DA-4545-B7CC-22B02C6CDA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C61B46-0F32-3F45-A625-2C93C951959C}"/>
              </a:ext>
            </a:extLst>
          </p:cNvPr>
          <p:cNvSpPr>
            <a:spLocks noGrp="1"/>
          </p:cNvSpPr>
          <p:nvPr>
            <p:ph type="dt" sz="half" idx="10"/>
          </p:nvPr>
        </p:nvSpPr>
        <p:spPr/>
        <p:txBody>
          <a:bodyPr/>
          <a:lstStyle/>
          <a:p>
            <a:fld id="{3C5E3940-567D-0E4A-B27A-538E5CA3F251}" type="datetimeFigureOut">
              <a:rPr lang="en-US" smtClean="0"/>
              <a:t>2/28/2026</a:t>
            </a:fld>
            <a:endParaRPr lang="en-US"/>
          </a:p>
        </p:txBody>
      </p:sp>
      <p:sp>
        <p:nvSpPr>
          <p:cNvPr id="5" name="Footer Placeholder 4">
            <a:extLst>
              <a:ext uri="{FF2B5EF4-FFF2-40B4-BE49-F238E27FC236}">
                <a16:creationId xmlns:a16="http://schemas.microsoft.com/office/drawing/2014/main" id="{B89DED78-E670-2A42-9089-91393566FB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DBC1BB-B882-7943-9113-CC4F0972FA2F}"/>
              </a:ext>
            </a:extLst>
          </p:cNvPr>
          <p:cNvSpPr>
            <a:spLocks noGrp="1"/>
          </p:cNvSpPr>
          <p:nvPr>
            <p:ph type="sldNum" sz="quarter" idx="12"/>
          </p:nvPr>
        </p:nvSpPr>
        <p:spPr/>
        <p:txBody>
          <a:bodyPr/>
          <a:lstStyle/>
          <a:p>
            <a:fld id="{77C04E71-C3B3-D34A-A2EC-B9453AF94C68}" type="slidenum">
              <a:rPr lang="en-US" smtClean="0"/>
              <a:t>‹#›</a:t>
            </a:fld>
            <a:endParaRPr lang="en-US"/>
          </a:p>
        </p:txBody>
      </p:sp>
    </p:spTree>
    <p:extLst>
      <p:ext uri="{BB962C8B-B14F-4D97-AF65-F5344CB8AC3E}">
        <p14:creationId xmlns:p14="http://schemas.microsoft.com/office/powerpoint/2010/main" val="1180386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0D891-8BF4-3C4F-AC6A-9E618C924E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A1A334-08BB-AE48-AE73-7FE5CCB8C5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A61550F-82A1-1C44-A198-6A44754119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243DC0B-581B-D840-BCC5-69753D2CB23A}"/>
              </a:ext>
            </a:extLst>
          </p:cNvPr>
          <p:cNvSpPr>
            <a:spLocks noGrp="1"/>
          </p:cNvSpPr>
          <p:nvPr>
            <p:ph type="dt" sz="half" idx="10"/>
          </p:nvPr>
        </p:nvSpPr>
        <p:spPr/>
        <p:txBody>
          <a:bodyPr/>
          <a:lstStyle/>
          <a:p>
            <a:fld id="{3C5E3940-567D-0E4A-B27A-538E5CA3F251}" type="datetimeFigureOut">
              <a:rPr lang="en-US" smtClean="0"/>
              <a:t>2/28/2026</a:t>
            </a:fld>
            <a:endParaRPr lang="en-US"/>
          </a:p>
        </p:txBody>
      </p:sp>
      <p:sp>
        <p:nvSpPr>
          <p:cNvPr id="6" name="Footer Placeholder 5">
            <a:extLst>
              <a:ext uri="{FF2B5EF4-FFF2-40B4-BE49-F238E27FC236}">
                <a16:creationId xmlns:a16="http://schemas.microsoft.com/office/drawing/2014/main" id="{CE475984-75C0-F845-9023-0EF10FC2F2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7739E8-CB1E-0C44-BFF2-9602B81951CA}"/>
              </a:ext>
            </a:extLst>
          </p:cNvPr>
          <p:cNvSpPr>
            <a:spLocks noGrp="1"/>
          </p:cNvSpPr>
          <p:nvPr>
            <p:ph type="sldNum" sz="quarter" idx="12"/>
          </p:nvPr>
        </p:nvSpPr>
        <p:spPr/>
        <p:txBody>
          <a:bodyPr/>
          <a:lstStyle/>
          <a:p>
            <a:fld id="{77C04E71-C3B3-D34A-A2EC-B9453AF94C68}" type="slidenum">
              <a:rPr lang="en-US" smtClean="0"/>
              <a:t>‹#›</a:t>
            </a:fld>
            <a:endParaRPr lang="en-US"/>
          </a:p>
        </p:txBody>
      </p:sp>
    </p:spTree>
    <p:extLst>
      <p:ext uri="{BB962C8B-B14F-4D97-AF65-F5344CB8AC3E}">
        <p14:creationId xmlns:p14="http://schemas.microsoft.com/office/powerpoint/2010/main" val="603091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503CD-4F85-9441-A784-313C29B6C33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BAE4A30-D063-0642-9B37-AEFA1CD13B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455E47-99D9-8E48-9F04-F0270C7F2B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EA8E28-E10C-A043-9815-1C80365E60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E36B27-6205-ED44-9AC9-1A7BBCDC77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9539D4-24A2-6E45-AFAA-AC045EE9CD7E}"/>
              </a:ext>
            </a:extLst>
          </p:cNvPr>
          <p:cNvSpPr>
            <a:spLocks noGrp="1"/>
          </p:cNvSpPr>
          <p:nvPr>
            <p:ph type="dt" sz="half" idx="10"/>
          </p:nvPr>
        </p:nvSpPr>
        <p:spPr/>
        <p:txBody>
          <a:bodyPr/>
          <a:lstStyle/>
          <a:p>
            <a:fld id="{3C5E3940-567D-0E4A-B27A-538E5CA3F251}" type="datetimeFigureOut">
              <a:rPr lang="en-US" smtClean="0"/>
              <a:t>2/28/2026</a:t>
            </a:fld>
            <a:endParaRPr lang="en-US"/>
          </a:p>
        </p:txBody>
      </p:sp>
      <p:sp>
        <p:nvSpPr>
          <p:cNvPr id="8" name="Footer Placeholder 7">
            <a:extLst>
              <a:ext uri="{FF2B5EF4-FFF2-40B4-BE49-F238E27FC236}">
                <a16:creationId xmlns:a16="http://schemas.microsoft.com/office/drawing/2014/main" id="{256BCC2D-10DE-554C-B73B-8F0C1125B4B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EB3EA4-8603-8044-966D-8C77A33BE4A0}"/>
              </a:ext>
            </a:extLst>
          </p:cNvPr>
          <p:cNvSpPr>
            <a:spLocks noGrp="1"/>
          </p:cNvSpPr>
          <p:nvPr>
            <p:ph type="sldNum" sz="quarter" idx="12"/>
          </p:nvPr>
        </p:nvSpPr>
        <p:spPr/>
        <p:txBody>
          <a:bodyPr/>
          <a:lstStyle/>
          <a:p>
            <a:fld id="{77C04E71-C3B3-D34A-A2EC-B9453AF94C68}" type="slidenum">
              <a:rPr lang="en-US" smtClean="0"/>
              <a:t>‹#›</a:t>
            </a:fld>
            <a:endParaRPr lang="en-US"/>
          </a:p>
        </p:txBody>
      </p:sp>
    </p:spTree>
    <p:extLst>
      <p:ext uri="{BB962C8B-B14F-4D97-AF65-F5344CB8AC3E}">
        <p14:creationId xmlns:p14="http://schemas.microsoft.com/office/powerpoint/2010/main" val="3245159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65192-E4B8-2F4A-9A46-FCEF03590E2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1116E7D-B3E9-9A42-9FBD-30244D780A76}"/>
              </a:ext>
            </a:extLst>
          </p:cNvPr>
          <p:cNvSpPr>
            <a:spLocks noGrp="1"/>
          </p:cNvSpPr>
          <p:nvPr>
            <p:ph type="dt" sz="half" idx="10"/>
          </p:nvPr>
        </p:nvSpPr>
        <p:spPr/>
        <p:txBody>
          <a:bodyPr/>
          <a:lstStyle/>
          <a:p>
            <a:fld id="{3C5E3940-567D-0E4A-B27A-538E5CA3F251}" type="datetimeFigureOut">
              <a:rPr lang="en-US" smtClean="0"/>
              <a:t>2/28/2026</a:t>
            </a:fld>
            <a:endParaRPr lang="en-US"/>
          </a:p>
        </p:txBody>
      </p:sp>
      <p:sp>
        <p:nvSpPr>
          <p:cNvPr id="4" name="Footer Placeholder 3">
            <a:extLst>
              <a:ext uri="{FF2B5EF4-FFF2-40B4-BE49-F238E27FC236}">
                <a16:creationId xmlns:a16="http://schemas.microsoft.com/office/drawing/2014/main" id="{B40020B4-2AB9-BA44-806D-0C8BB4587FC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3112544-7B01-E546-B6F9-8B443492BF71}"/>
              </a:ext>
            </a:extLst>
          </p:cNvPr>
          <p:cNvSpPr>
            <a:spLocks noGrp="1"/>
          </p:cNvSpPr>
          <p:nvPr>
            <p:ph type="sldNum" sz="quarter" idx="12"/>
          </p:nvPr>
        </p:nvSpPr>
        <p:spPr/>
        <p:txBody>
          <a:bodyPr/>
          <a:lstStyle/>
          <a:p>
            <a:fld id="{77C04E71-C3B3-D34A-A2EC-B9453AF94C68}" type="slidenum">
              <a:rPr lang="en-US" smtClean="0"/>
              <a:t>‹#›</a:t>
            </a:fld>
            <a:endParaRPr lang="en-US"/>
          </a:p>
        </p:txBody>
      </p:sp>
    </p:spTree>
    <p:extLst>
      <p:ext uri="{BB962C8B-B14F-4D97-AF65-F5344CB8AC3E}">
        <p14:creationId xmlns:p14="http://schemas.microsoft.com/office/powerpoint/2010/main" val="2550223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E4D4D3-D5A5-2141-940C-1909F5BDE1D7}"/>
              </a:ext>
            </a:extLst>
          </p:cNvPr>
          <p:cNvSpPr>
            <a:spLocks noGrp="1"/>
          </p:cNvSpPr>
          <p:nvPr>
            <p:ph type="dt" sz="half" idx="10"/>
          </p:nvPr>
        </p:nvSpPr>
        <p:spPr/>
        <p:txBody>
          <a:bodyPr/>
          <a:lstStyle/>
          <a:p>
            <a:fld id="{3C5E3940-567D-0E4A-B27A-538E5CA3F251}" type="datetimeFigureOut">
              <a:rPr lang="en-US" smtClean="0"/>
              <a:t>2/28/2026</a:t>
            </a:fld>
            <a:endParaRPr lang="en-US"/>
          </a:p>
        </p:txBody>
      </p:sp>
      <p:sp>
        <p:nvSpPr>
          <p:cNvPr id="3" name="Footer Placeholder 2">
            <a:extLst>
              <a:ext uri="{FF2B5EF4-FFF2-40B4-BE49-F238E27FC236}">
                <a16:creationId xmlns:a16="http://schemas.microsoft.com/office/drawing/2014/main" id="{19C45E32-9BD9-A94F-97F7-92EB20AC589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05BF7B-6BD8-FA43-816F-6B2C3A5BA0B3}"/>
              </a:ext>
            </a:extLst>
          </p:cNvPr>
          <p:cNvSpPr>
            <a:spLocks noGrp="1"/>
          </p:cNvSpPr>
          <p:nvPr>
            <p:ph type="sldNum" sz="quarter" idx="12"/>
          </p:nvPr>
        </p:nvSpPr>
        <p:spPr/>
        <p:txBody>
          <a:bodyPr/>
          <a:lstStyle/>
          <a:p>
            <a:fld id="{77C04E71-C3B3-D34A-A2EC-B9453AF94C68}" type="slidenum">
              <a:rPr lang="en-US" smtClean="0"/>
              <a:t>‹#›</a:t>
            </a:fld>
            <a:endParaRPr lang="en-US"/>
          </a:p>
        </p:txBody>
      </p:sp>
    </p:spTree>
    <p:extLst>
      <p:ext uri="{BB962C8B-B14F-4D97-AF65-F5344CB8AC3E}">
        <p14:creationId xmlns:p14="http://schemas.microsoft.com/office/powerpoint/2010/main" val="3525394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455B9-0021-A94E-A5A8-1FB8082734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89D541F-A43C-A842-8306-DA782FA223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2ADF5C-CC8F-4C43-BEF6-4E259939EA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B98931-D354-674F-9C50-4A65946BC4FB}"/>
              </a:ext>
            </a:extLst>
          </p:cNvPr>
          <p:cNvSpPr>
            <a:spLocks noGrp="1"/>
          </p:cNvSpPr>
          <p:nvPr>
            <p:ph type="dt" sz="half" idx="10"/>
          </p:nvPr>
        </p:nvSpPr>
        <p:spPr/>
        <p:txBody>
          <a:bodyPr/>
          <a:lstStyle/>
          <a:p>
            <a:fld id="{3C5E3940-567D-0E4A-B27A-538E5CA3F251}" type="datetimeFigureOut">
              <a:rPr lang="en-US" smtClean="0"/>
              <a:t>2/28/2026</a:t>
            </a:fld>
            <a:endParaRPr lang="en-US"/>
          </a:p>
        </p:txBody>
      </p:sp>
      <p:sp>
        <p:nvSpPr>
          <p:cNvPr id="6" name="Footer Placeholder 5">
            <a:extLst>
              <a:ext uri="{FF2B5EF4-FFF2-40B4-BE49-F238E27FC236}">
                <a16:creationId xmlns:a16="http://schemas.microsoft.com/office/drawing/2014/main" id="{3A19C04C-075E-6142-AFE9-813F37BBDF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B17510-F964-4042-ACF7-AFF33369899F}"/>
              </a:ext>
            </a:extLst>
          </p:cNvPr>
          <p:cNvSpPr>
            <a:spLocks noGrp="1"/>
          </p:cNvSpPr>
          <p:nvPr>
            <p:ph type="sldNum" sz="quarter" idx="12"/>
          </p:nvPr>
        </p:nvSpPr>
        <p:spPr/>
        <p:txBody>
          <a:bodyPr/>
          <a:lstStyle/>
          <a:p>
            <a:fld id="{77C04E71-C3B3-D34A-A2EC-B9453AF94C68}" type="slidenum">
              <a:rPr lang="en-US" smtClean="0"/>
              <a:t>‹#›</a:t>
            </a:fld>
            <a:endParaRPr lang="en-US"/>
          </a:p>
        </p:txBody>
      </p:sp>
    </p:spTree>
    <p:extLst>
      <p:ext uri="{BB962C8B-B14F-4D97-AF65-F5344CB8AC3E}">
        <p14:creationId xmlns:p14="http://schemas.microsoft.com/office/powerpoint/2010/main" val="1246741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2E5F1-BDCE-7140-A310-B15696ED21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052AE69-37C1-A244-8E4B-7D377C2B59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1641B0-3485-3C45-9847-4F76D93529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468270-E8F6-1048-B6A2-E3DD1265104A}"/>
              </a:ext>
            </a:extLst>
          </p:cNvPr>
          <p:cNvSpPr>
            <a:spLocks noGrp="1"/>
          </p:cNvSpPr>
          <p:nvPr>
            <p:ph type="dt" sz="half" idx="10"/>
          </p:nvPr>
        </p:nvSpPr>
        <p:spPr/>
        <p:txBody>
          <a:bodyPr/>
          <a:lstStyle/>
          <a:p>
            <a:fld id="{3C5E3940-567D-0E4A-B27A-538E5CA3F251}" type="datetimeFigureOut">
              <a:rPr lang="en-US" smtClean="0"/>
              <a:t>2/28/2026</a:t>
            </a:fld>
            <a:endParaRPr lang="en-US"/>
          </a:p>
        </p:txBody>
      </p:sp>
      <p:sp>
        <p:nvSpPr>
          <p:cNvPr id="6" name="Footer Placeholder 5">
            <a:extLst>
              <a:ext uri="{FF2B5EF4-FFF2-40B4-BE49-F238E27FC236}">
                <a16:creationId xmlns:a16="http://schemas.microsoft.com/office/drawing/2014/main" id="{4C66BF89-636D-A441-B70A-C7172EC27B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612409-A527-A247-B24D-6FCC198EFBDD}"/>
              </a:ext>
            </a:extLst>
          </p:cNvPr>
          <p:cNvSpPr>
            <a:spLocks noGrp="1"/>
          </p:cNvSpPr>
          <p:nvPr>
            <p:ph type="sldNum" sz="quarter" idx="12"/>
          </p:nvPr>
        </p:nvSpPr>
        <p:spPr/>
        <p:txBody>
          <a:bodyPr/>
          <a:lstStyle/>
          <a:p>
            <a:fld id="{77C04E71-C3B3-D34A-A2EC-B9453AF94C68}" type="slidenum">
              <a:rPr lang="en-US" smtClean="0"/>
              <a:t>‹#›</a:t>
            </a:fld>
            <a:endParaRPr lang="en-US"/>
          </a:p>
        </p:txBody>
      </p:sp>
    </p:spTree>
    <p:extLst>
      <p:ext uri="{BB962C8B-B14F-4D97-AF65-F5344CB8AC3E}">
        <p14:creationId xmlns:p14="http://schemas.microsoft.com/office/powerpoint/2010/main" val="1178679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11FF8-B232-2F42-A26C-8E9A52EF44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944E898-C77F-7544-862D-CBD01AF5E3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12B8B0-CB61-7C4B-8CD7-EE646BC1D222}"/>
              </a:ext>
            </a:extLst>
          </p:cNvPr>
          <p:cNvSpPr>
            <a:spLocks noGrp="1"/>
          </p:cNvSpPr>
          <p:nvPr>
            <p:ph type="dt" sz="half" idx="10"/>
          </p:nvPr>
        </p:nvSpPr>
        <p:spPr/>
        <p:txBody>
          <a:bodyPr/>
          <a:lstStyle/>
          <a:p>
            <a:fld id="{3C5E3940-567D-0E4A-B27A-538E5CA3F251}" type="datetimeFigureOut">
              <a:rPr lang="en-US" smtClean="0"/>
              <a:t>2/28/2026</a:t>
            </a:fld>
            <a:endParaRPr lang="en-US"/>
          </a:p>
        </p:txBody>
      </p:sp>
      <p:sp>
        <p:nvSpPr>
          <p:cNvPr id="5" name="Footer Placeholder 4">
            <a:extLst>
              <a:ext uri="{FF2B5EF4-FFF2-40B4-BE49-F238E27FC236}">
                <a16:creationId xmlns:a16="http://schemas.microsoft.com/office/drawing/2014/main" id="{589C12D5-A705-A945-A721-C3B7AD953E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1D9FE3-814C-6C48-B3A6-B5B58E849167}"/>
              </a:ext>
            </a:extLst>
          </p:cNvPr>
          <p:cNvSpPr>
            <a:spLocks noGrp="1"/>
          </p:cNvSpPr>
          <p:nvPr>
            <p:ph type="sldNum" sz="quarter" idx="12"/>
          </p:nvPr>
        </p:nvSpPr>
        <p:spPr/>
        <p:txBody>
          <a:bodyPr/>
          <a:lstStyle/>
          <a:p>
            <a:fld id="{77C04E71-C3B3-D34A-A2EC-B9453AF94C68}" type="slidenum">
              <a:rPr lang="en-US" smtClean="0"/>
              <a:t>‹#›</a:t>
            </a:fld>
            <a:endParaRPr lang="en-US"/>
          </a:p>
        </p:txBody>
      </p:sp>
    </p:spTree>
    <p:extLst>
      <p:ext uri="{BB962C8B-B14F-4D97-AF65-F5344CB8AC3E}">
        <p14:creationId xmlns:p14="http://schemas.microsoft.com/office/powerpoint/2010/main" val="2969023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7682CC-F3F7-9240-A8D9-78F29B04FB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24672DB-7397-654F-A671-EA022D24F8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529740-A59D-5F4F-B96F-492FC3AD2CB7}"/>
              </a:ext>
            </a:extLst>
          </p:cNvPr>
          <p:cNvSpPr>
            <a:spLocks noGrp="1"/>
          </p:cNvSpPr>
          <p:nvPr>
            <p:ph type="dt" sz="half" idx="10"/>
          </p:nvPr>
        </p:nvSpPr>
        <p:spPr/>
        <p:txBody>
          <a:bodyPr/>
          <a:lstStyle/>
          <a:p>
            <a:fld id="{3C5E3940-567D-0E4A-B27A-538E5CA3F251}" type="datetimeFigureOut">
              <a:rPr lang="en-US" smtClean="0"/>
              <a:t>2/28/2026</a:t>
            </a:fld>
            <a:endParaRPr lang="en-US"/>
          </a:p>
        </p:txBody>
      </p:sp>
      <p:sp>
        <p:nvSpPr>
          <p:cNvPr id="5" name="Footer Placeholder 4">
            <a:extLst>
              <a:ext uri="{FF2B5EF4-FFF2-40B4-BE49-F238E27FC236}">
                <a16:creationId xmlns:a16="http://schemas.microsoft.com/office/drawing/2014/main" id="{0D092B13-B4E7-B34D-B4C1-AD19C5EF3C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431AC1-E083-E44C-9D6B-430E26B25B03}"/>
              </a:ext>
            </a:extLst>
          </p:cNvPr>
          <p:cNvSpPr>
            <a:spLocks noGrp="1"/>
          </p:cNvSpPr>
          <p:nvPr>
            <p:ph type="sldNum" sz="quarter" idx="12"/>
          </p:nvPr>
        </p:nvSpPr>
        <p:spPr/>
        <p:txBody>
          <a:bodyPr/>
          <a:lstStyle/>
          <a:p>
            <a:fld id="{77C04E71-C3B3-D34A-A2EC-B9453AF94C68}" type="slidenum">
              <a:rPr lang="en-US" smtClean="0"/>
              <a:t>‹#›</a:t>
            </a:fld>
            <a:endParaRPr lang="en-US"/>
          </a:p>
        </p:txBody>
      </p:sp>
    </p:spTree>
    <p:extLst>
      <p:ext uri="{BB962C8B-B14F-4D97-AF65-F5344CB8AC3E}">
        <p14:creationId xmlns:p14="http://schemas.microsoft.com/office/powerpoint/2010/main" val="527456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800CA0-A38B-6D49-B3B8-4AF4D2A0A6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8604E0-4B42-1540-93A9-FFF7A0A923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C1E37D-E175-764F-ACC8-4EDC6CC7DD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5E3940-567D-0E4A-B27A-538E5CA3F251}" type="datetimeFigureOut">
              <a:rPr lang="en-US" smtClean="0"/>
              <a:t>2/28/2026</a:t>
            </a:fld>
            <a:endParaRPr lang="en-US"/>
          </a:p>
        </p:txBody>
      </p:sp>
      <p:sp>
        <p:nvSpPr>
          <p:cNvPr id="5" name="Footer Placeholder 4">
            <a:extLst>
              <a:ext uri="{FF2B5EF4-FFF2-40B4-BE49-F238E27FC236}">
                <a16:creationId xmlns:a16="http://schemas.microsoft.com/office/drawing/2014/main" id="{63FC76AF-BC12-0F48-8F65-6FADBF473C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B40D68E-2D25-4E4E-8CC2-5E94D0DE69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C04E71-C3B3-D34A-A2EC-B9453AF94C68}" type="slidenum">
              <a:rPr lang="en-US" smtClean="0"/>
              <a:t>‹#›</a:t>
            </a:fld>
            <a:endParaRPr lang="en-US"/>
          </a:p>
        </p:txBody>
      </p:sp>
    </p:spTree>
    <p:extLst>
      <p:ext uri="{BB962C8B-B14F-4D97-AF65-F5344CB8AC3E}">
        <p14:creationId xmlns:p14="http://schemas.microsoft.com/office/powerpoint/2010/main" val="40890361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18" Type="http://schemas.openxmlformats.org/officeDocument/2006/relationships/image" Target="../media/image26.svg"/><Relationship Id="rId3" Type="http://schemas.openxmlformats.org/officeDocument/2006/relationships/image" Target="../media/image12.png"/><Relationship Id="rId7" Type="http://schemas.openxmlformats.org/officeDocument/2006/relationships/image" Target="../media/image15.png"/><Relationship Id="rId12" Type="http://schemas.openxmlformats.org/officeDocument/2006/relationships/image" Target="../media/image20.svg"/><Relationship Id="rId17" Type="http://schemas.openxmlformats.org/officeDocument/2006/relationships/image" Target="../media/image25.png"/><Relationship Id="rId2" Type="http://schemas.openxmlformats.org/officeDocument/2006/relationships/notesSlide" Target="../notesSlides/notesSlide5.xml"/><Relationship Id="rId16" Type="http://schemas.openxmlformats.org/officeDocument/2006/relationships/image" Target="../media/image24.svg"/><Relationship Id="rId1" Type="http://schemas.openxmlformats.org/officeDocument/2006/relationships/slideLayout" Target="../slideLayouts/slideLayout2.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svg"/><Relationship Id="rId4" Type="http://schemas.microsoft.com/office/2007/relationships/hdphoto" Target="../media/hdphoto1.wdp"/><Relationship Id="rId9" Type="http://schemas.openxmlformats.org/officeDocument/2006/relationships/image" Target="../media/image17.png"/><Relationship Id="rId14" Type="http://schemas.openxmlformats.org/officeDocument/2006/relationships/image" Target="../media/image22.svg"/></Relationships>
</file>

<file path=ppt/slides/_rels/slide7.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37.png"/><Relationship Id="rId18" Type="http://schemas.openxmlformats.org/officeDocument/2006/relationships/image" Target="../media/image42.svg"/><Relationship Id="rId26" Type="http://schemas.openxmlformats.org/officeDocument/2006/relationships/image" Target="../media/image50.svg"/><Relationship Id="rId3" Type="http://schemas.openxmlformats.org/officeDocument/2006/relationships/image" Target="../media/image27.png"/><Relationship Id="rId21" Type="http://schemas.openxmlformats.org/officeDocument/2006/relationships/image" Target="../media/image45.png"/><Relationship Id="rId7" Type="http://schemas.openxmlformats.org/officeDocument/2006/relationships/image" Target="../media/image31.png"/><Relationship Id="rId12" Type="http://schemas.openxmlformats.org/officeDocument/2006/relationships/image" Target="../media/image36.svg"/><Relationship Id="rId17" Type="http://schemas.openxmlformats.org/officeDocument/2006/relationships/image" Target="../media/image41.png"/><Relationship Id="rId25" Type="http://schemas.openxmlformats.org/officeDocument/2006/relationships/image" Target="../media/image49.png"/><Relationship Id="rId2" Type="http://schemas.openxmlformats.org/officeDocument/2006/relationships/notesSlide" Target="../notesSlides/notesSlide6.xml"/><Relationship Id="rId16" Type="http://schemas.openxmlformats.org/officeDocument/2006/relationships/image" Target="../media/image40.svg"/><Relationship Id="rId20" Type="http://schemas.openxmlformats.org/officeDocument/2006/relationships/image" Target="../media/image44.svg"/><Relationship Id="rId1" Type="http://schemas.openxmlformats.org/officeDocument/2006/relationships/slideLayout" Target="../slideLayouts/slideLayout2.xml"/><Relationship Id="rId6" Type="http://schemas.openxmlformats.org/officeDocument/2006/relationships/image" Target="../media/image30.svg"/><Relationship Id="rId11" Type="http://schemas.openxmlformats.org/officeDocument/2006/relationships/image" Target="../media/image35.png"/><Relationship Id="rId24" Type="http://schemas.openxmlformats.org/officeDocument/2006/relationships/image" Target="../media/image48.svg"/><Relationship Id="rId5" Type="http://schemas.openxmlformats.org/officeDocument/2006/relationships/image" Target="../media/image29.png"/><Relationship Id="rId15" Type="http://schemas.openxmlformats.org/officeDocument/2006/relationships/image" Target="../media/image39.png"/><Relationship Id="rId23" Type="http://schemas.openxmlformats.org/officeDocument/2006/relationships/image" Target="../media/image47.png"/><Relationship Id="rId10" Type="http://schemas.openxmlformats.org/officeDocument/2006/relationships/image" Target="../media/image34.svg"/><Relationship Id="rId19" Type="http://schemas.openxmlformats.org/officeDocument/2006/relationships/image" Target="../media/image43.png"/><Relationship Id="rId4" Type="http://schemas.openxmlformats.org/officeDocument/2006/relationships/image" Target="../media/image28.svg"/><Relationship Id="rId9" Type="http://schemas.openxmlformats.org/officeDocument/2006/relationships/image" Target="../media/image33.png"/><Relationship Id="rId14" Type="http://schemas.openxmlformats.org/officeDocument/2006/relationships/image" Target="../media/image38.svg"/><Relationship Id="rId22" Type="http://schemas.openxmlformats.org/officeDocument/2006/relationships/image" Target="../media/image46.svg"/></Relationships>
</file>

<file path=ppt/slides/_rels/slide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microsoft.com/office/2007/relationships/hdphoto" Target="../media/hdphoto2.wdp"/></Relationships>
</file>

<file path=ppt/slides/_rels/slide9.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53.png"/></Relationships>
</file>

<file path=ppt/slides/_rels/slide10.xml.rels><?xml version="1.0" encoding="UTF-8" standalone="yes"?>
<Relationships xmlns="http://schemas.openxmlformats.org/package/2006/relationships"><Relationship Id="rId8" Type="http://schemas.openxmlformats.org/officeDocument/2006/relationships/image" Target="../media/image63.svg"/><Relationship Id="rId13" Type="http://schemas.openxmlformats.org/officeDocument/2006/relationships/image" Target="../media/image68.png"/><Relationship Id="rId18" Type="http://schemas.openxmlformats.org/officeDocument/2006/relationships/image" Target="../media/image73.svg"/><Relationship Id="rId3" Type="http://schemas.openxmlformats.org/officeDocument/2006/relationships/image" Target="../media/image58.png"/><Relationship Id="rId21" Type="http://schemas.openxmlformats.org/officeDocument/2006/relationships/image" Target="../media/image76.svg"/><Relationship Id="rId7" Type="http://schemas.openxmlformats.org/officeDocument/2006/relationships/image" Target="../media/image62.png"/><Relationship Id="rId12" Type="http://schemas.openxmlformats.org/officeDocument/2006/relationships/image" Target="../media/image67.svg"/><Relationship Id="rId17" Type="http://schemas.openxmlformats.org/officeDocument/2006/relationships/image" Target="../media/image72.png"/><Relationship Id="rId25" Type="http://schemas.openxmlformats.org/officeDocument/2006/relationships/image" Target="../media/image80.svg"/><Relationship Id="rId2" Type="http://schemas.openxmlformats.org/officeDocument/2006/relationships/notesSlide" Target="../notesSlides/notesSlide9.xml"/><Relationship Id="rId16" Type="http://schemas.openxmlformats.org/officeDocument/2006/relationships/image" Target="../media/image71.svg"/><Relationship Id="rId20"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61.svg"/><Relationship Id="rId11" Type="http://schemas.openxmlformats.org/officeDocument/2006/relationships/image" Target="../media/image66.png"/><Relationship Id="rId24" Type="http://schemas.openxmlformats.org/officeDocument/2006/relationships/image" Target="../media/image79.png"/><Relationship Id="rId5" Type="http://schemas.openxmlformats.org/officeDocument/2006/relationships/image" Target="../media/image60.png"/><Relationship Id="rId15" Type="http://schemas.openxmlformats.org/officeDocument/2006/relationships/image" Target="../media/image70.png"/><Relationship Id="rId23" Type="http://schemas.openxmlformats.org/officeDocument/2006/relationships/image" Target="../media/image78.svg"/><Relationship Id="rId10" Type="http://schemas.openxmlformats.org/officeDocument/2006/relationships/image" Target="../media/image65.svg"/><Relationship Id="rId19" Type="http://schemas.openxmlformats.org/officeDocument/2006/relationships/image" Target="../media/image74.jpeg"/><Relationship Id="rId4" Type="http://schemas.openxmlformats.org/officeDocument/2006/relationships/image" Target="../media/image59.svg"/><Relationship Id="rId9" Type="http://schemas.openxmlformats.org/officeDocument/2006/relationships/image" Target="../media/image64.png"/><Relationship Id="rId14" Type="http://schemas.openxmlformats.org/officeDocument/2006/relationships/image" Target="../media/image69.svg"/><Relationship Id="rId22" Type="http://schemas.openxmlformats.org/officeDocument/2006/relationships/image" Target="../media/image77.png"/></Relationships>
</file>

<file path=ppt/slides/_rels/slide1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4.svg"/><Relationship Id="rId5" Type="http://schemas.openxmlformats.org/officeDocument/2006/relationships/image" Target="../media/image83.png"/><Relationship Id="rId4" Type="http://schemas.openxmlformats.org/officeDocument/2006/relationships/image" Target="../media/image82.svg"/></Relationships>
</file>

<file path=ppt/slides/_rels/slide12.xml.rels><?xml version="1.0" encoding="UTF-8" standalone="yes"?>
<Relationships xmlns="http://schemas.openxmlformats.org/package/2006/relationships"><Relationship Id="rId8" Type="http://schemas.openxmlformats.org/officeDocument/2006/relationships/image" Target="../media/image90.svg"/><Relationship Id="rId13" Type="http://schemas.openxmlformats.org/officeDocument/2006/relationships/image" Target="../media/image95.png"/><Relationship Id="rId18" Type="http://schemas.openxmlformats.org/officeDocument/2006/relationships/image" Target="../media/image100.svg"/><Relationship Id="rId3" Type="http://schemas.openxmlformats.org/officeDocument/2006/relationships/image" Target="../media/image85.jpg"/><Relationship Id="rId7" Type="http://schemas.openxmlformats.org/officeDocument/2006/relationships/image" Target="../media/image89.png"/><Relationship Id="rId12" Type="http://schemas.openxmlformats.org/officeDocument/2006/relationships/image" Target="../media/image94.svg"/><Relationship Id="rId17" Type="http://schemas.openxmlformats.org/officeDocument/2006/relationships/image" Target="../media/image99.png"/><Relationship Id="rId2" Type="http://schemas.openxmlformats.org/officeDocument/2006/relationships/notesSlide" Target="../notesSlides/notesSlide11.xml"/><Relationship Id="rId16" Type="http://schemas.openxmlformats.org/officeDocument/2006/relationships/image" Target="../media/image98.svg"/><Relationship Id="rId1" Type="http://schemas.openxmlformats.org/officeDocument/2006/relationships/slideLayout" Target="../slideLayouts/slideLayout2.xml"/><Relationship Id="rId6" Type="http://schemas.openxmlformats.org/officeDocument/2006/relationships/image" Target="../media/image88.jpg"/><Relationship Id="rId11" Type="http://schemas.openxmlformats.org/officeDocument/2006/relationships/image" Target="../media/image93.png"/><Relationship Id="rId5" Type="http://schemas.openxmlformats.org/officeDocument/2006/relationships/image" Target="../media/image87.jpg"/><Relationship Id="rId15" Type="http://schemas.openxmlformats.org/officeDocument/2006/relationships/image" Target="../media/image97.png"/><Relationship Id="rId10" Type="http://schemas.openxmlformats.org/officeDocument/2006/relationships/image" Target="../media/image92.svg"/><Relationship Id="rId4" Type="http://schemas.openxmlformats.org/officeDocument/2006/relationships/image" Target="../media/image86.jpg"/><Relationship Id="rId9" Type="http://schemas.openxmlformats.org/officeDocument/2006/relationships/image" Target="../media/image91.png"/><Relationship Id="rId14" Type="http://schemas.openxmlformats.org/officeDocument/2006/relationships/image" Target="../media/image96.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F2A11-467A-A12B-5074-2C33690A54D8}"/>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CAF5EB75-20CD-75C2-3FF6-75343CF9EFA4}"/>
              </a:ext>
            </a:extLst>
          </p:cNvPr>
          <p:cNvPicPr>
            <a:picLocks noChangeAspect="1"/>
          </p:cNvPicPr>
          <p:nvPr/>
        </p:nvPicPr>
        <p:blipFill>
          <a:blip r:embed="rId3">
            <a:alphaModFix/>
          </a:blip>
          <a:stretch>
            <a:fillRect/>
          </a:stretch>
        </p:blipFill>
        <p:spPr>
          <a:xfrm>
            <a:off x="4450080" y="-1"/>
            <a:ext cx="7741919" cy="6858000"/>
          </a:xfrm>
          <a:prstGeom prst="rect">
            <a:avLst/>
          </a:prstGeom>
        </p:spPr>
      </p:pic>
      <p:sp>
        <p:nvSpPr>
          <p:cNvPr id="15" name="TextBox 14">
            <a:extLst>
              <a:ext uri="{FF2B5EF4-FFF2-40B4-BE49-F238E27FC236}">
                <a16:creationId xmlns:a16="http://schemas.microsoft.com/office/drawing/2014/main" id="{C087B840-2922-DB71-5E22-000CDD6C1EA6}"/>
              </a:ext>
            </a:extLst>
          </p:cNvPr>
          <p:cNvSpPr txBox="1"/>
          <p:nvPr/>
        </p:nvSpPr>
        <p:spPr>
          <a:xfrm>
            <a:off x="239319" y="1202093"/>
            <a:ext cx="4307840" cy="3600986"/>
          </a:xfrm>
          <a:prstGeom prst="rect">
            <a:avLst/>
          </a:prstGeom>
          <a:noFill/>
        </p:spPr>
        <p:txBody>
          <a:bodyPr wrap="square">
            <a:spAutoFit/>
          </a:bodyPr>
          <a:lstStyle/>
          <a:p>
            <a:r>
              <a:rPr lang="en-US" sz="3600" b="1" dirty="0">
                <a:solidFill>
                  <a:srgbClr val="002060"/>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COMPARING CONSUMER OUT-OF-POCKET HEALTHCARE EXPENDITURES</a:t>
            </a:r>
            <a:br>
              <a:rPr lang="en-US" sz="3600" b="1" dirty="0">
                <a:effectLst>
                  <a:outerShdw blurRad="38100" dist="38100" dir="2700000" algn="tl">
                    <a:srgbClr val="000000">
                      <a:alpha val="43137"/>
                    </a:srgbClr>
                  </a:outerShdw>
                </a:effectLst>
              </a:rPr>
            </a:br>
            <a:r>
              <a:rPr lang="en-US" sz="2400" b="1" dirty="0">
                <a:effectLst>
                  <a:outerShdw blurRad="38100" dist="38100" dir="2700000" algn="tl">
                    <a:srgbClr val="000000">
                      <a:alpha val="43137"/>
                    </a:srgbClr>
                  </a:outerShdw>
                </a:effectLst>
                <a:latin typeface="Segoe UI Variable Display Semib" pitchFamily="2" charset="0"/>
                <a:cs typeface="Segoe UI Semilight" panose="020B0402040204020203" pitchFamily="34" charset="0"/>
              </a:rPr>
              <a:t>A Cross-National Dataset (2015–2022)</a:t>
            </a:r>
            <a:endParaRPr lang="en-US" sz="3600" dirty="0">
              <a:effectLst>
                <a:outerShdw blurRad="38100" dist="38100" dir="2700000" algn="tl">
                  <a:srgbClr val="000000">
                    <a:alpha val="43137"/>
                  </a:srgbClr>
                </a:outerShdw>
              </a:effectLst>
              <a:latin typeface="Segoe UI Variable Display Semib" pitchFamily="2" charset="0"/>
            </a:endParaRPr>
          </a:p>
        </p:txBody>
      </p:sp>
      <p:sp>
        <p:nvSpPr>
          <p:cNvPr id="12" name="Rectangle 11">
            <a:extLst>
              <a:ext uri="{FF2B5EF4-FFF2-40B4-BE49-F238E27FC236}">
                <a16:creationId xmlns:a16="http://schemas.microsoft.com/office/drawing/2014/main" id="{00BC03EF-BD4E-2AAF-C4F5-281174774AB2}"/>
              </a:ext>
            </a:extLst>
          </p:cNvPr>
          <p:cNvSpPr/>
          <p:nvPr/>
        </p:nvSpPr>
        <p:spPr>
          <a:xfrm>
            <a:off x="4288971" y="0"/>
            <a:ext cx="7903028" cy="685800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0AF345F3-E46E-68BE-29A8-C51708E78638}"/>
              </a:ext>
            </a:extLst>
          </p:cNvPr>
          <p:cNvGrpSpPr/>
          <p:nvPr/>
        </p:nvGrpSpPr>
        <p:grpSpPr>
          <a:xfrm>
            <a:off x="1" y="4854102"/>
            <a:ext cx="6488348" cy="998058"/>
            <a:chOff x="0" y="4754880"/>
            <a:chExt cx="6883399" cy="1097280"/>
          </a:xfrm>
          <a:effectLst>
            <a:outerShdw blurRad="50800" dist="38100" dir="5400000" algn="t" rotWithShape="0">
              <a:prstClr val="black">
                <a:alpha val="40000"/>
              </a:prstClr>
            </a:outerShdw>
          </a:effectLst>
        </p:grpSpPr>
        <p:sp>
          <p:nvSpPr>
            <p:cNvPr id="13" name="Rectangle 12">
              <a:extLst>
                <a:ext uri="{FF2B5EF4-FFF2-40B4-BE49-F238E27FC236}">
                  <a16:creationId xmlns:a16="http://schemas.microsoft.com/office/drawing/2014/main" id="{80D30EF7-BE4A-FD25-82DB-F41964C38B34}"/>
                </a:ext>
              </a:extLst>
            </p:cNvPr>
            <p:cNvSpPr/>
            <p:nvPr/>
          </p:nvSpPr>
          <p:spPr>
            <a:xfrm>
              <a:off x="0" y="4754880"/>
              <a:ext cx="6358467" cy="1097280"/>
            </a:xfrm>
            <a:prstGeom prst="rect">
              <a:avLst/>
            </a:prstGeom>
            <a:solidFill>
              <a:srgbClr val="2949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6" name="TextBox 15">
              <a:extLst>
                <a:ext uri="{FF2B5EF4-FFF2-40B4-BE49-F238E27FC236}">
                  <a16:creationId xmlns:a16="http://schemas.microsoft.com/office/drawing/2014/main" id="{BF886699-81AB-0F4E-0587-66D763AD5DEB}"/>
                </a:ext>
              </a:extLst>
            </p:cNvPr>
            <p:cNvSpPr txBox="1"/>
            <p:nvPr/>
          </p:nvSpPr>
          <p:spPr>
            <a:xfrm>
              <a:off x="253889" y="4949577"/>
              <a:ext cx="6629510" cy="676748"/>
            </a:xfrm>
            <a:prstGeom prst="rect">
              <a:avLst/>
            </a:prstGeom>
            <a:noFill/>
          </p:spPr>
          <p:txBody>
            <a:bodyPr wrap="square" rtlCol="0">
              <a:spAutoFit/>
            </a:bodyPr>
            <a:lstStyle/>
            <a:p>
              <a:r>
                <a:rPr lang="en-US" dirty="0">
                  <a:solidFill>
                    <a:schemeClr val="bg1"/>
                  </a:solidFill>
                  <a:effectLst>
                    <a:outerShdw blurRad="38100" dist="38100" dir="2700000" algn="tl">
                      <a:srgbClr val="000000">
                        <a:alpha val="43137"/>
                      </a:srgbClr>
                    </a:outerShdw>
                  </a:effectLst>
                  <a:latin typeface="Segoe UI Variable Text Semiligh" pitchFamily="2" charset="0"/>
                  <a:cs typeface="Segoe UI Semilight" panose="020B0402040204020203" pitchFamily="34" charset="0"/>
                </a:rPr>
                <a:t>DSCI-511</a:t>
              </a:r>
            </a:p>
            <a:p>
              <a:r>
                <a:rPr lang="en-US" sz="1600" dirty="0">
                  <a:solidFill>
                    <a:schemeClr val="bg1"/>
                  </a:solidFill>
                  <a:effectLst>
                    <a:outerShdw blurRad="38100" dist="38100" dir="2700000" algn="tl">
                      <a:srgbClr val="000000">
                        <a:alpha val="43137"/>
                      </a:srgbClr>
                    </a:outerShdw>
                  </a:effectLst>
                  <a:latin typeface="Segoe UI Variable Text Semiligh" pitchFamily="2" charset="0"/>
                  <a:cs typeface="Segoe UI Semilight" panose="020B0402040204020203" pitchFamily="34" charset="0"/>
                </a:rPr>
                <a:t>Ari </a:t>
              </a:r>
              <a:r>
                <a:rPr lang="en-US" sz="1600" dirty="0" err="1">
                  <a:solidFill>
                    <a:schemeClr val="bg1"/>
                  </a:solidFill>
                  <a:effectLst>
                    <a:outerShdw blurRad="38100" dist="38100" dir="2700000" algn="tl">
                      <a:srgbClr val="000000">
                        <a:alpha val="43137"/>
                      </a:srgbClr>
                    </a:outerShdw>
                  </a:effectLst>
                  <a:latin typeface="Segoe UI Variable Text Semiligh" pitchFamily="2" charset="0"/>
                  <a:cs typeface="Segoe UI Semilight" panose="020B0402040204020203" pitchFamily="34" charset="0"/>
                </a:rPr>
                <a:t>Voluck</a:t>
              </a:r>
              <a:r>
                <a:rPr lang="en-US" sz="1600" dirty="0">
                  <a:solidFill>
                    <a:schemeClr val="bg1"/>
                  </a:solidFill>
                  <a:effectLst>
                    <a:outerShdw blurRad="38100" dist="38100" dir="2700000" algn="tl">
                      <a:srgbClr val="000000">
                        <a:alpha val="43137"/>
                      </a:srgbClr>
                    </a:outerShdw>
                  </a:effectLst>
                  <a:latin typeface="Segoe UI Variable Text Semiligh" pitchFamily="2" charset="0"/>
                  <a:cs typeface="Segoe UI Semilight" panose="020B0402040204020203" pitchFamily="34" charset="0"/>
                </a:rPr>
                <a:t>, Khushi Patel, Sharon Robinson &amp; Thanh Huynh</a:t>
              </a:r>
            </a:p>
          </p:txBody>
        </p:sp>
      </p:grpSp>
    </p:spTree>
    <p:extLst>
      <p:ext uri="{BB962C8B-B14F-4D97-AF65-F5344CB8AC3E}">
        <p14:creationId xmlns:p14="http://schemas.microsoft.com/office/powerpoint/2010/main" val="2697260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F95C9FF-6663-8E97-B74F-E277B5D7AA9D}"/>
              </a:ext>
            </a:extLst>
          </p:cNvPr>
          <p:cNvSpPr/>
          <p:nvPr/>
        </p:nvSpPr>
        <p:spPr>
          <a:xfrm>
            <a:off x="0" y="0"/>
            <a:ext cx="4241800" cy="6858000"/>
          </a:xfrm>
          <a:prstGeom prst="rect">
            <a:avLst/>
          </a:prstGeom>
          <a:solidFill>
            <a:srgbClr val="182D5C">
              <a:alpha val="9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D326B59B-6309-78E4-07C0-B59D76829C50}"/>
              </a:ext>
            </a:extLst>
          </p:cNvPr>
          <p:cNvSpPr txBox="1"/>
          <p:nvPr/>
        </p:nvSpPr>
        <p:spPr>
          <a:xfrm>
            <a:off x="189869" y="3075057"/>
            <a:ext cx="3344334" cy="707886"/>
          </a:xfrm>
          <a:prstGeom prst="rect">
            <a:avLst/>
          </a:prstGeom>
          <a:noFill/>
        </p:spPr>
        <p:txBody>
          <a:bodyPr wrap="square" rtlCol="0">
            <a:spAutoFit/>
          </a:bodyPr>
          <a:lstStyle/>
          <a:p>
            <a:r>
              <a:rPr lang="en-US" sz="4000" dirty="0">
                <a:solidFill>
                  <a:schemeClr val="bg1"/>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CONTENTS</a:t>
            </a:r>
          </a:p>
        </p:txBody>
      </p:sp>
      <p:grpSp>
        <p:nvGrpSpPr>
          <p:cNvPr id="38" name="Group 37">
            <a:extLst>
              <a:ext uri="{FF2B5EF4-FFF2-40B4-BE49-F238E27FC236}">
                <a16:creationId xmlns:a16="http://schemas.microsoft.com/office/drawing/2014/main" id="{2A42BBBA-5110-889C-6776-B73A9A424D14}"/>
              </a:ext>
            </a:extLst>
          </p:cNvPr>
          <p:cNvGrpSpPr/>
          <p:nvPr/>
        </p:nvGrpSpPr>
        <p:grpSpPr>
          <a:xfrm>
            <a:off x="3330463" y="694267"/>
            <a:ext cx="8255270" cy="0"/>
            <a:chOff x="3310197" y="1126067"/>
            <a:chExt cx="8255270" cy="0"/>
          </a:xfrm>
          <a:effectLst>
            <a:outerShdw blurRad="50800" dist="38100" dir="2700000" algn="tl" rotWithShape="0">
              <a:prstClr val="black">
                <a:alpha val="40000"/>
              </a:prstClr>
            </a:outerShdw>
          </a:effectLst>
        </p:grpSpPr>
        <p:cxnSp>
          <p:nvCxnSpPr>
            <p:cNvPr id="8" name="Straight Connector 7">
              <a:extLst>
                <a:ext uri="{FF2B5EF4-FFF2-40B4-BE49-F238E27FC236}">
                  <a16:creationId xmlns:a16="http://schemas.microsoft.com/office/drawing/2014/main" id="{8185CDCE-D7E7-1D4A-24E9-D033226DA5B2}"/>
                </a:ext>
              </a:extLst>
            </p:cNvPr>
            <p:cNvCxnSpPr/>
            <p:nvPr/>
          </p:nvCxnSpPr>
          <p:spPr>
            <a:xfrm>
              <a:off x="4241800" y="1126067"/>
              <a:ext cx="7323667" cy="0"/>
            </a:xfrm>
            <a:prstGeom prst="line">
              <a:avLst/>
            </a:prstGeom>
            <a:ln w="38100">
              <a:solidFill>
                <a:schemeClr val="bg1">
                  <a:lumMod val="65000"/>
                  <a:alpha val="9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F812423-081F-EEF0-1C43-888E6DB30F00}"/>
                </a:ext>
              </a:extLst>
            </p:cNvPr>
            <p:cNvCxnSpPr/>
            <p:nvPr/>
          </p:nvCxnSpPr>
          <p:spPr>
            <a:xfrm flipH="1">
              <a:off x="3310197" y="1126067"/>
              <a:ext cx="914940" cy="0"/>
            </a:xfrm>
            <a:prstGeom prst="line">
              <a:avLst/>
            </a:prstGeom>
            <a:ln w="28575">
              <a:solidFill>
                <a:srgbClr val="F2F5FC"/>
              </a:solidFill>
              <a:prstDash val="sysDot"/>
            </a:ln>
          </p:spPr>
          <p:style>
            <a:lnRef idx="1">
              <a:schemeClr val="accent1"/>
            </a:lnRef>
            <a:fillRef idx="0">
              <a:schemeClr val="accent1"/>
            </a:fillRef>
            <a:effectRef idx="0">
              <a:schemeClr val="accent1"/>
            </a:effectRef>
            <a:fontRef idx="minor">
              <a:schemeClr val="tx1"/>
            </a:fontRef>
          </p:style>
        </p:cxnSp>
      </p:grpSp>
      <p:grpSp>
        <p:nvGrpSpPr>
          <p:cNvPr id="37" name="Group 36">
            <a:extLst>
              <a:ext uri="{FF2B5EF4-FFF2-40B4-BE49-F238E27FC236}">
                <a16:creationId xmlns:a16="http://schemas.microsoft.com/office/drawing/2014/main" id="{35B82CE1-4EF6-9AA3-55B4-1F82B25E3442}"/>
              </a:ext>
            </a:extLst>
          </p:cNvPr>
          <p:cNvGrpSpPr/>
          <p:nvPr/>
        </p:nvGrpSpPr>
        <p:grpSpPr>
          <a:xfrm>
            <a:off x="3310197" y="1300805"/>
            <a:ext cx="8255270" cy="0"/>
            <a:chOff x="3310197" y="1618935"/>
            <a:chExt cx="8255270" cy="0"/>
          </a:xfrm>
          <a:effectLst>
            <a:outerShdw blurRad="50800" dist="38100" dir="2700000" algn="tl" rotWithShape="0">
              <a:prstClr val="black">
                <a:alpha val="40000"/>
              </a:prstClr>
            </a:outerShdw>
          </a:effectLst>
        </p:grpSpPr>
        <p:cxnSp>
          <p:nvCxnSpPr>
            <p:cNvPr id="9" name="Straight Connector 8">
              <a:extLst>
                <a:ext uri="{FF2B5EF4-FFF2-40B4-BE49-F238E27FC236}">
                  <a16:creationId xmlns:a16="http://schemas.microsoft.com/office/drawing/2014/main" id="{1880B11A-38F5-9747-5434-630119638A26}"/>
                </a:ext>
              </a:extLst>
            </p:cNvPr>
            <p:cNvCxnSpPr/>
            <p:nvPr/>
          </p:nvCxnSpPr>
          <p:spPr>
            <a:xfrm>
              <a:off x="4241800" y="1618935"/>
              <a:ext cx="7323667" cy="0"/>
            </a:xfrm>
            <a:prstGeom prst="line">
              <a:avLst/>
            </a:prstGeom>
            <a:ln w="38100">
              <a:solidFill>
                <a:schemeClr val="bg1">
                  <a:lumMod val="65000"/>
                  <a:alpha val="9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BF7C65E-298D-41D1-D8C9-5914EF4D8CE5}"/>
                </a:ext>
              </a:extLst>
            </p:cNvPr>
            <p:cNvCxnSpPr/>
            <p:nvPr/>
          </p:nvCxnSpPr>
          <p:spPr>
            <a:xfrm flipH="1">
              <a:off x="3310197" y="1618935"/>
              <a:ext cx="914940" cy="0"/>
            </a:xfrm>
            <a:prstGeom prst="line">
              <a:avLst/>
            </a:prstGeom>
            <a:ln w="28575">
              <a:solidFill>
                <a:srgbClr val="F2F5FC"/>
              </a:solidFill>
              <a:prstDash val="sysDot"/>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2336CC7D-9BD5-08AC-CBC6-483E7483AF1C}"/>
              </a:ext>
            </a:extLst>
          </p:cNvPr>
          <p:cNvGrpSpPr/>
          <p:nvPr/>
        </p:nvGrpSpPr>
        <p:grpSpPr>
          <a:xfrm>
            <a:off x="3310197" y="1907343"/>
            <a:ext cx="8238607" cy="0"/>
            <a:chOff x="3326860" y="2085862"/>
            <a:chExt cx="8238607" cy="0"/>
          </a:xfrm>
          <a:effectLst>
            <a:reflection blurRad="6350" stA="52000" endA="300" endPos="35000" dir="5400000" sy="-100000" algn="bl" rotWithShape="0"/>
          </a:effectLst>
        </p:grpSpPr>
        <p:cxnSp>
          <p:nvCxnSpPr>
            <p:cNvPr id="10" name="Straight Connector 9">
              <a:extLst>
                <a:ext uri="{FF2B5EF4-FFF2-40B4-BE49-F238E27FC236}">
                  <a16:creationId xmlns:a16="http://schemas.microsoft.com/office/drawing/2014/main" id="{D439321D-A6CA-168C-F9F6-0F0F90560BE4}"/>
                </a:ext>
              </a:extLst>
            </p:cNvPr>
            <p:cNvCxnSpPr/>
            <p:nvPr/>
          </p:nvCxnSpPr>
          <p:spPr>
            <a:xfrm>
              <a:off x="4241800" y="2085862"/>
              <a:ext cx="7323667" cy="0"/>
            </a:xfrm>
            <a:prstGeom prst="line">
              <a:avLst/>
            </a:prstGeom>
            <a:ln w="38100">
              <a:solidFill>
                <a:schemeClr val="bg1">
                  <a:lumMod val="65000"/>
                  <a:alpha val="9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2F6FC8E-CA26-42E6-0B98-1942F22E6DED}"/>
                </a:ext>
              </a:extLst>
            </p:cNvPr>
            <p:cNvCxnSpPr/>
            <p:nvPr/>
          </p:nvCxnSpPr>
          <p:spPr>
            <a:xfrm flipH="1">
              <a:off x="3326860" y="2085862"/>
              <a:ext cx="914940" cy="0"/>
            </a:xfrm>
            <a:prstGeom prst="line">
              <a:avLst/>
            </a:prstGeom>
            <a:ln w="28575">
              <a:solidFill>
                <a:srgbClr val="F2F5FC"/>
              </a:solidFill>
              <a:prstDash val="sysDot"/>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6BA25625-1CD9-C1D4-D7BA-FD56257222CF}"/>
              </a:ext>
            </a:extLst>
          </p:cNvPr>
          <p:cNvGrpSpPr/>
          <p:nvPr/>
        </p:nvGrpSpPr>
        <p:grpSpPr>
          <a:xfrm>
            <a:off x="3310197" y="2513881"/>
            <a:ext cx="8255270" cy="0"/>
            <a:chOff x="3310197" y="2530092"/>
            <a:chExt cx="8255270" cy="0"/>
          </a:xfrm>
          <a:effectLst>
            <a:outerShdw blurRad="50800" dist="38100" dir="2700000" algn="tl" rotWithShape="0">
              <a:prstClr val="black">
                <a:alpha val="40000"/>
              </a:prstClr>
            </a:outerShdw>
          </a:effectLst>
        </p:grpSpPr>
        <p:cxnSp>
          <p:nvCxnSpPr>
            <p:cNvPr id="11" name="Straight Connector 10">
              <a:extLst>
                <a:ext uri="{FF2B5EF4-FFF2-40B4-BE49-F238E27FC236}">
                  <a16:creationId xmlns:a16="http://schemas.microsoft.com/office/drawing/2014/main" id="{432FB1A6-7252-F831-E58B-4122CF3E5161}"/>
                </a:ext>
              </a:extLst>
            </p:cNvPr>
            <p:cNvCxnSpPr/>
            <p:nvPr/>
          </p:nvCxnSpPr>
          <p:spPr>
            <a:xfrm>
              <a:off x="4241800" y="2530092"/>
              <a:ext cx="7323667" cy="0"/>
            </a:xfrm>
            <a:prstGeom prst="line">
              <a:avLst/>
            </a:prstGeom>
            <a:ln w="38100">
              <a:solidFill>
                <a:schemeClr val="bg1">
                  <a:lumMod val="65000"/>
                  <a:alpha val="9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8BD7894-B101-2165-962A-0E75F3FF27E3}"/>
                </a:ext>
              </a:extLst>
            </p:cNvPr>
            <p:cNvCxnSpPr/>
            <p:nvPr/>
          </p:nvCxnSpPr>
          <p:spPr>
            <a:xfrm flipH="1">
              <a:off x="3310197" y="2530092"/>
              <a:ext cx="914940" cy="0"/>
            </a:xfrm>
            <a:prstGeom prst="line">
              <a:avLst/>
            </a:prstGeom>
            <a:ln w="28575">
              <a:solidFill>
                <a:srgbClr val="F2F5FC"/>
              </a:solidFill>
              <a:prstDash val="sysDot"/>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7DE68077-0B5F-0F6D-F622-75B4619E7248}"/>
              </a:ext>
            </a:extLst>
          </p:cNvPr>
          <p:cNvGrpSpPr/>
          <p:nvPr/>
        </p:nvGrpSpPr>
        <p:grpSpPr>
          <a:xfrm>
            <a:off x="3310197" y="3120419"/>
            <a:ext cx="8255270" cy="2342"/>
            <a:chOff x="3310197" y="2979365"/>
            <a:chExt cx="8255270" cy="2342"/>
          </a:xfrm>
          <a:effectLst>
            <a:outerShdw blurRad="50800" dist="38100" dir="2700000" algn="tl" rotWithShape="0">
              <a:prstClr val="black">
                <a:alpha val="40000"/>
              </a:prstClr>
            </a:outerShdw>
          </a:effectLst>
        </p:grpSpPr>
        <p:cxnSp>
          <p:nvCxnSpPr>
            <p:cNvPr id="12" name="Straight Connector 11">
              <a:extLst>
                <a:ext uri="{FF2B5EF4-FFF2-40B4-BE49-F238E27FC236}">
                  <a16:creationId xmlns:a16="http://schemas.microsoft.com/office/drawing/2014/main" id="{AEA04FA5-CDF5-B551-8DC4-C2092B9DC3F2}"/>
                </a:ext>
              </a:extLst>
            </p:cNvPr>
            <p:cNvCxnSpPr/>
            <p:nvPr/>
          </p:nvCxnSpPr>
          <p:spPr>
            <a:xfrm>
              <a:off x="4241800" y="2981707"/>
              <a:ext cx="7323667" cy="0"/>
            </a:xfrm>
            <a:prstGeom prst="line">
              <a:avLst/>
            </a:prstGeom>
            <a:ln w="38100">
              <a:solidFill>
                <a:schemeClr val="bg1">
                  <a:lumMod val="65000"/>
                  <a:alpha val="9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A046231-44A5-4A33-9C30-353C56A0963F}"/>
                </a:ext>
              </a:extLst>
            </p:cNvPr>
            <p:cNvCxnSpPr/>
            <p:nvPr/>
          </p:nvCxnSpPr>
          <p:spPr>
            <a:xfrm flipH="1">
              <a:off x="3310197" y="2979365"/>
              <a:ext cx="914940" cy="0"/>
            </a:xfrm>
            <a:prstGeom prst="line">
              <a:avLst/>
            </a:prstGeom>
            <a:ln w="28575">
              <a:solidFill>
                <a:srgbClr val="F2F5FC"/>
              </a:solidFill>
              <a:prstDash val="sysDot"/>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895F51DD-0893-A099-3AAA-077ABF590BE7}"/>
              </a:ext>
            </a:extLst>
          </p:cNvPr>
          <p:cNvGrpSpPr/>
          <p:nvPr/>
        </p:nvGrpSpPr>
        <p:grpSpPr>
          <a:xfrm>
            <a:off x="3330463" y="3729299"/>
            <a:ext cx="8255270" cy="0"/>
            <a:chOff x="3310197" y="3429000"/>
            <a:chExt cx="8255270" cy="0"/>
          </a:xfrm>
          <a:effectLst>
            <a:outerShdw blurRad="50800" dist="38100" dir="2700000" algn="tl" rotWithShape="0">
              <a:prstClr val="black">
                <a:alpha val="40000"/>
              </a:prstClr>
            </a:outerShdw>
          </a:effectLst>
        </p:grpSpPr>
        <p:cxnSp>
          <p:nvCxnSpPr>
            <p:cNvPr id="13" name="Straight Connector 12">
              <a:extLst>
                <a:ext uri="{FF2B5EF4-FFF2-40B4-BE49-F238E27FC236}">
                  <a16:creationId xmlns:a16="http://schemas.microsoft.com/office/drawing/2014/main" id="{0772542C-15B8-7E25-3701-28F8E8B415BE}"/>
                </a:ext>
              </a:extLst>
            </p:cNvPr>
            <p:cNvCxnSpPr/>
            <p:nvPr/>
          </p:nvCxnSpPr>
          <p:spPr>
            <a:xfrm>
              <a:off x="4241800" y="3429000"/>
              <a:ext cx="7323667" cy="0"/>
            </a:xfrm>
            <a:prstGeom prst="line">
              <a:avLst/>
            </a:prstGeom>
            <a:ln w="38100">
              <a:solidFill>
                <a:schemeClr val="bg1">
                  <a:lumMod val="65000"/>
                  <a:alpha val="9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A06AAB2-AD60-ABF7-0D72-E3CC2ABF3BBC}"/>
                </a:ext>
              </a:extLst>
            </p:cNvPr>
            <p:cNvCxnSpPr/>
            <p:nvPr/>
          </p:nvCxnSpPr>
          <p:spPr>
            <a:xfrm flipH="1">
              <a:off x="3310197" y="3429000"/>
              <a:ext cx="914940" cy="0"/>
            </a:xfrm>
            <a:prstGeom prst="line">
              <a:avLst/>
            </a:prstGeom>
            <a:ln w="28575">
              <a:solidFill>
                <a:srgbClr val="F2F5FC"/>
              </a:solidFill>
              <a:prstDash val="sysDot"/>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3778CD00-87D4-F10F-E5C6-F756D586901B}"/>
              </a:ext>
            </a:extLst>
          </p:cNvPr>
          <p:cNvGrpSpPr/>
          <p:nvPr/>
        </p:nvGrpSpPr>
        <p:grpSpPr>
          <a:xfrm>
            <a:off x="3310197" y="4335837"/>
            <a:ext cx="8238607" cy="0"/>
            <a:chOff x="3326860" y="3884580"/>
            <a:chExt cx="8238607" cy="0"/>
          </a:xfrm>
          <a:effectLst>
            <a:outerShdw blurRad="50800" dist="38100" dir="2700000" algn="tl" rotWithShape="0">
              <a:prstClr val="black">
                <a:alpha val="40000"/>
              </a:prstClr>
            </a:outerShdw>
          </a:effectLst>
        </p:grpSpPr>
        <p:cxnSp>
          <p:nvCxnSpPr>
            <p:cNvPr id="14" name="Straight Connector 13">
              <a:extLst>
                <a:ext uri="{FF2B5EF4-FFF2-40B4-BE49-F238E27FC236}">
                  <a16:creationId xmlns:a16="http://schemas.microsoft.com/office/drawing/2014/main" id="{D1186E1D-D5B2-3C68-A5B2-991A1B02F0C6}"/>
                </a:ext>
              </a:extLst>
            </p:cNvPr>
            <p:cNvCxnSpPr/>
            <p:nvPr/>
          </p:nvCxnSpPr>
          <p:spPr>
            <a:xfrm>
              <a:off x="4241800" y="3884580"/>
              <a:ext cx="7323667" cy="0"/>
            </a:xfrm>
            <a:prstGeom prst="line">
              <a:avLst/>
            </a:prstGeom>
            <a:ln w="38100">
              <a:solidFill>
                <a:schemeClr val="bg1">
                  <a:lumMod val="65000"/>
                  <a:alpha val="9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C0EB22C-DB55-A546-69FD-658C45B11333}"/>
                </a:ext>
              </a:extLst>
            </p:cNvPr>
            <p:cNvCxnSpPr/>
            <p:nvPr/>
          </p:nvCxnSpPr>
          <p:spPr>
            <a:xfrm flipH="1">
              <a:off x="3326860" y="3884580"/>
              <a:ext cx="914940" cy="0"/>
            </a:xfrm>
            <a:prstGeom prst="line">
              <a:avLst/>
            </a:prstGeom>
            <a:ln w="28575">
              <a:solidFill>
                <a:srgbClr val="F2F5FC"/>
              </a:solidFill>
              <a:prstDash val="sysDot"/>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62D575AA-A73F-7668-BA7E-37B62DBA28A6}"/>
              </a:ext>
            </a:extLst>
          </p:cNvPr>
          <p:cNvGrpSpPr/>
          <p:nvPr/>
        </p:nvGrpSpPr>
        <p:grpSpPr>
          <a:xfrm>
            <a:off x="3330463" y="4942375"/>
            <a:ext cx="8235004" cy="1620"/>
            <a:chOff x="3330463" y="4354751"/>
            <a:chExt cx="8235004" cy="1620"/>
          </a:xfrm>
          <a:effectLst>
            <a:outerShdw blurRad="50800" dist="38100" dir="2700000" algn="tl" rotWithShape="0">
              <a:prstClr val="black">
                <a:alpha val="40000"/>
              </a:prstClr>
            </a:outerShdw>
          </a:effectLst>
        </p:grpSpPr>
        <p:cxnSp>
          <p:nvCxnSpPr>
            <p:cNvPr id="15" name="Straight Connector 14">
              <a:extLst>
                <a:ext uri="{FF2B5EF4-FFF2-40B4-BE49-F238E27FC236}">
                  <a16:creationId xmlns:a16="http://schemas.microsoft.com/office/drawing/2014/main" id="{2B86C1DA-98AF-AE1B-646C-817122D5D5A7}"/>
                </a:ext>
              </a:extLst>
            </p:cNvPr>
            <p:cNvCxnSpPr/>
            <p:nvPr/>
          </p:nvCxnSpPr>
          <p:spPr>
            <a:xfrm>
              <a:off x="4241800" y="4356371"/>
              <a:ext cx="7323667" cy="0"/>
            </a:xfrm>
            <a:prstGeom prst="line">
              <a:avLst/>
            </a:prstGeom>
            <a:ln w="38100">
              <a:solidFill>
                <a:schemeClr val="bg1">
                  <a:lumMod val="65000"/>
                  <a:alpha val="9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4467B75-17AD-335D-F2D1-F44833A95F93}"/>
                </a:ext>
              </a:extLst>
            </p:cNvPr>
            <p:cNvCxnSpPr/>
            <p:nvPr/>
          </p:nvCxnSpPr>
          <p:spPr>
            <a:xfrm flipH="1">
              <a:off x="3330463" y="4354751"/>
              <a:ext cx="914940" cy="0"/>
            </a:xfrm>
            <a:prstGeom prst="line">
              <a:avLst/>
            </a:prstGeom>
            <a:ln w="28575">
              <a:solidFill>
                <a:srgbClr val="F2F5FC"/>
              </a:solidFill>
              <a:prstDash val="sysDot"/>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35D7B027-3607-649E-E029-A8196BD37CAB}"/>
              </a:ext>
            </a:extLst>
          </p:cNvPr>
          <p:cNvGrpSpPr/>
          <p:nvPr/>
        </p:nvGrpSpPr>
        <p:grpSpPr>
          <a:xfrm>
            <a:off x="3326860" y="5550533"/>
            <a:ext cx="8238607" cy="13151"/>
            <a:chOff x="3310197" y="4771418"/>
            <a:chExt cx="8238607" cy="13151"/>
          </a:xfrm>
          <a:effectLst>
            <a:outerShdw blurRad="50800" dist="38100" dir="2700000" algn="tl" rotWithShape="0">
              <a:prstClr val="black">
                <a:alpha val="40000"/>
              </a:prstClr>
            </a:outerShdw>
          </a:effectLst>
        </p:grpSpPr>
        <p:cxnSp>
          <p:nvCxnSpPr>
            <p:cNvPr id="16" name="Straight Connector 15">
              <a:extLst>
                <a:ext uri="{FF2B5EF4-FFF2-40B4-BE49-F238E27FC236}">
                  <a16:creationId xmlns:a16="http://schemas.microsoft.com/office/drawing/2014/main" id="{F84EF26D-B2BC-96D6-7890-50B15A7F2FC4}"/>
                </a:ext>
              </a:extLst>
            </p:cNvPr>
            <p:cNvCxnSpPr/>
            <p:nvPr/>
          </p:nvCxnSpPr>
          <p:spPr>
            <a:xfrm>
              <a:off x="4225137" y="4784569"/>
              <a:ext cx="7323667" cy="0"/>
            </a:xfrm>
            <a:prstGeom prst="line">
              <a:avLst/>
            </a:prstGeom>
            <a:ln w="38100">
              <a:solidFill>
                <a:schemeClr val="bg1">
                  <a:lumMod val="65000"/>
                  <a:alpha val="9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9DDB138-12F5-DB48-ED7B-8369368C957F}"/>
                </a:ext>
              </a:extLst>
            </p:cNvPr>
            <p:cNvCxnSpPr/>
            <p:nvPr/>
          </p:nvCxnSpPr>
          <p:spPr>
            <a:xfrm flipH="1">
              <a:off x="3310197" y="4771418"/>
              <a:ext cx="914940" cy="0"/>
            </a:xfrm>
            <a:prstGeom prst="line">
              <a:avLst/>
            </a:prstGeom>
            <a:ln w="28575">
              <a:solidFill>
                <a:srgbClr val="F2F5FC"/>
              </a:solidFill>
              <a:prstDash val="sysDot"/>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4BAF4B78-D690-0726-2467-BE6A4AC11003}"/>
              </a:ext>
            </a:extLst>
          </p:cNvPr>
          <p:cNvGrpSpPr/>
          <p:nvPr/>
        </p:nvGrpSpPr>
        <p:grpSpPr>
          <a:xfrm>
            <a:off x="3330463" y="6170220"/>
            <a:ext cx="8255270" cy="0"/>
            <a:chOff x="3310197" y="5264286"/>
            <a:chExt cx="8255270" cy="0"/>
          </a:xfrm>
          <a:effectLst>
            <a:outerShdw blurRad="50800" dist="38100" dir="2700000" algn="tl" rotWithShape="0">
              <a:prstClr val="black">
                <a:alpha val="40000"/>
              </a:prstClr>
            </a:outerShdw>
          </a:effectLst>
        </p:grpSpPr>
        <p:cxnSp>
          <p:nvCxnSpPr>
            <p:cNvPr id="17" name="Straight Connector 16">
              <a:extLst>
                <a:ext uri="{FF2B5EF4-FFF2-40B4-BE49-F238E27FC236}">
                  <a16:creationId xmlns:a16="http://schemas.microsoft.com/office/drawing/2014/main" id="{7769185E-8870-015F-DF9D-9CF4E7BBF1A7}"/>
                </a:ext>
              </a:extLst>
            </p:cNvPr>
            <p:cNvCxnSpPr/>
            <p:nvPr/>
          </p:nvCxnSpPr>
          <p:spPr>
            <a:xfrm>
              <a:off x="4241800" y="5264286"/>
              <a:ext cx="7323667" cy="0"/>
            </a:xfrm>
            <a:prstGeom prst="line">
              <a:avLst/>
            </a:prstGeom>
            <a:ln w="38100">
              <a:solidFill>
                <a:schemeClr val="bg1">
                  <a:lumMod val="65000"/>
                  <a:alpha val="9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3A8E5E8-83B5-9ACE-C715-7971F95D3E30}"/>
                </a:ext>
              </a:extLst>
            </p:cNvPr>
            <p:cNvCxnSpPr/>
            <p:nvPr/>
          </p:nvCxnSpPr>
          <p:spPr>
            <a:xfrm flipH="1">
              <a:off x="3310197" y="5264286"/>
              <a:ext cx="914940" cy="0"/>
            </a:xfrm>
            <a:prstGeom prst="line">
              <a:avLst/>
            </a:prstGeom>
            <a:ln w="28575">
              <a:solidFill>
                <a:srgbClr val="F2F5FC"/>
              </a:solidFill>
              <a:prstDash val="sysDot"/>
            </a:ln>
          </p:spPr>
          <p:style>
            <a:lnRef idx="1">
              <a:schemeClr val="accent1"/>
            </a:lnRef>
            <a:fillRef idx="0">
              <a:schemeClr val="accent1"/>
            </a:fillRef>
            <a:effectRef idx="0">
              <a:schemeClr val="accent1"/>
            </a:effectRef>
            <a:fontRef idx="minor">
              <a:schemeClr val="tx1"/>
            </a:fontRef>
          </p:style>
        </p:cxnSp>
      </p:grpSp>
      <p:sp>
        <p:nvSpPr>
          <p:cNvPr id="39" name="TextBox 38">
            <a:extLst>
              <a:ext uri="{FF2B5EF4-FFF2-40B4-BE49-F238E27FC236}">
                <a16:creationId xmlns:a16="http://schemas.microsoft.com/office/drawing/2014/main" id="{9E0C255B-E22F-6BEF-77B9-FE3DCDD60CD1}"/>
              </a:ext>
            </a:extLst>
          </p:cNvPr>
          <p:cNvSpPr txBox="1"/>
          <p:nvPr/>
        </p:nvSpPr>
        <p:spPr>
          <a:xfrm>
            <a:off x="3429000" y="176617"/>
            <a:ext cx="677334"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Segoe UI Variable Display" pitchFamily="2" charset="0"/>
              </a:rPr>
              <a:t>01</a:t>
            </a:r>
          </a:p>
        </p:txBody>
      </p:sp>
      <p:sp>
        <p:nvSpPr>
          <p:cNvPr id="40" name="TextBox 39">
            <a:extLst>
              <a:ext uri="{FF2B5EF4-FFF2-40B4-BE49-F238E27FC236}">
                <a16:creationId xmlns:a16="http://schemas.microsoft.com/office/drawing/2014/main" id="{5D7E9D93-B3B6-2B6E-4BD0-81A9DD441625}"/>
              </a:ext>
            </a:extLst>
          </p:cNvPr>
          <p:cNvSpPr txBox="1"/>
          <p:nvPr/>
        </p:nvSpPr>
        <p:spPr>
          <a:xfrm>
            <a:off x="3429000" y="790329"/>
            <a:ext cx="677334"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Segoe UI Variable Display" pitchFamily="2" charset="0"/>
              </a:rPr>
              <a:t>02</a:t>
            </a:r>
          </a:p>
        </p:txBody>
      </p:sp>
      <p:sp>
        <p:nvSpPr>
          <p:cNvPr id="41" name="TextBox 40">
            <a:extLst>
              <a:ext uri="{FF2B5EF4-FFF2-40B4-BE49-F238E27FC236}">
                <a16:creationId xmlns:a16="http://schemas.microsoft.com/office/drawing/2014/main" id="{FFA49CE4-4706-5044-0B87-F8F72C0FC1D8}"/>
              </a:ext>
            </a:extLst>
          </p:cNvPr>
          <p:cNvSpPr txBox="1"/>
          <p:nvPr/>
        </p:nvSpPr>
        <p:spPr>
          <a:xfrm>
            <a:off x="3429000" y="1404041"/>
            <a:ext cx="677334"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Segoe UI Variable Display" pitchFamily="2" charset="0"/>
              </a:rPr>
              <a:t>03</a:t>
            </a:r>
          </a:p>
        </p:txBody>
      </p:sp>
      <p:sp>
        <p:nvSpPr>
          <p:cNvPr id="42" name="TextBox 41">
            <a:extLst>
              <a:ext uri="{FF2B5EF4-FFF2-40B4-BE49-F238E27FC236}">
                <a16:creationId xmlns:a16="http://schemas.microsoft.com/office/drawing/2014/main" id="{9368BF08-E61C-AB50-233D-44366E49645B}"/>
              </a:ext>
            </a:extLst>
          </p:cNvPr>
          <p:cNvSpPr txBox="1"/>
          <p:nvPr/>
        </p:nvSpPr>
        <p:spPr>
          <a:xfrm>
            <a:off x="3445663" y="2017753"/>
            <a:ext cx="677334"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Segoe UI Variable Display" pitchFamily="2" charset="0"/>
              </a:rPr>
              <a:t>04</a:t>
            </a:r>
          </a:p>
        </p:txBody>
      </p:sp>
      <p:sp>
        <p:nvSpPr>
          <p:cNvPr id="43" name="TextBox 42">
            <a:extLst>
              <a:ext uri="{FF2B5EF4-FFF2-40B4-BE49-F238E27FC236}">
                <a16:creationId xmlns:a16="http://schemas.microsoft.com/office/drawing/2014/main" id="{B31524B1-6BBF-0847-DFAB-8342CE80D498}"/>
              </a:ext>
            </a:extLst>
          </p:cNvPr>
          <p:cNvSpPr txBox="1"/>
          <p:nvPr/>
        </p:nvSpPr>
        <p:spPr>
          <a:xfrm>
            <a:off x="3445934" y="2631465"/>
            <a:ext cx="677334"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Segoe UI Variable Display" pitchFamily="2" charset="0"/>
              </a:rPr>
              <a:t>05</a:t>
            </a:r>
          </a:p>
        </p:txBody>
      </p:sp>
      <p:sp>
        <p:nvSpPr>
          <p:cNvPr id="44" name="TextBox 43">
            <a:extLst>
              <a:ext uri="{FF2B5EF4-FFF2-40B4-BE49-F238E27FC236}">
                <a16:creationId xmlns:a16="http://schemas.microsoft.com/office/drawing/2014/main" id="{976B1FF8-43FE-A423-CC90-36A193A53C38}"/>
              </a:ext>
            </a:extLst>
          </p:cNvPr>
          <p:cNvSpPr txBox="1"/>
          <p:nvPr/>
        </p:nvSpPr>
        <p:spPr>
          <a:xfrm>
            <a:off x="3471333" y="3245177"/>
            <a:ext cx="677334"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Segoe UI Variable Display" pitchFamily="2" charset="0"/>
              </a:rPr>
              <a:t>06</a:t>
            </a:r>
          </a:p>
        </p:txBody>
      </p:sp>
      <p:sp>
        <p:nvSpPr>
          <p:cNvPr id="45" name="TextBox 44">
            <a:extLst>
              <a:ext uri="{FF2B5EF4-FFF2-40B4-BE49-F238E27FC236}">
                <a16:creationId xmlns:a16="http://schemas.microsoft.com/office/drawing/2014/main" id="{7BCF00D7-8696-5626-ED8B-38DA58188B22}"/>
              </a:ext>
            </a:extLst>
          </p:cNvPr>
          <p:cNvSpPr txBox="1"/>
          <p:nvPr/>
        </p:nvSpPr>
        <p:spPr>
          <a:xfrm>
            <a:off x="3445934" y="3858889"/>
            <a:ext cx="677334"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Segoe UI Variable Display" pitchFamily="2" charset="0"/>
              </a:rPr>
              <a:t>07</a:t>
            </a:r>
          </a:p>
        </p:txBody>
      </p:sp>
      <p:sp>
        <p:nvSpPr>
          <p:cNvPr id="46" name="TextBox 45">
            <a:extLst>
              <a:ext uri="{FF2B5EF4-FFF2-40B4-BE49-F238E27FC236}">
                <a16:creationId xmlns:a16="http://schemas.microsoft.com/office/drawing/2014/main" id="{31BD01CE-C80E-45E0-D5BC-AE0987BEED15}"/>
              </a:ext>
            </a:extLst>
          </p:cNvPr>
          <p:cNvSpPr txBox="1"/>
          <p:nvPr/>
        </p:nvSpPr>
        <p:spPr>
          <a:xfrm>
            <a:off x="3445934" y="4472601"/>
            <a:ext cx="677334"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Segoe UI Variable Display" pitchFamily="2" charset="0"/>
              </a:rPr>
              <a:t>08</a:t>
            </a:r>
          </a:p>
        </p:txBody>
      </p:sp>
      <p:sp>
        <p:nvSpPr>
          <p:cNvPr id="47" name="TextBox 46">
            <a:extLst>
              <a:ext uri="{FF2B5EF4-FFF2-40B4-BE49-F238E27FC236}">
                <a16:creationId xmlns:a16="http://schemas.microsoft.com/office/drawing/2014/main" id="{4DEB9327-64F5-239A-1860-140745E552AA}"/>
              </a:ext>
            </a:extLst>
          </p:cNvPr>
          <p:cNvSpPr txBox="1"/>
          <p:nvPr/>
        </p:nvSpPr>
        <p:spPr>
          <a:xfrm>
            <a:off x="3445934" y="5086313"/>
            <a:ext cx="677334"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Segoe UI Variable Display" pitchFamily="2" charset="0"/>
              </a:rPr>
              <a:t>09</a:t>
            </a:r>
          </a:p>
        </p:txBody>
      </p:sp>
      <p:sp>
        <p:nvSpPr>
          <p:cNvPr id="48" name="TextBox 47">
            <a:extLst>
              <a:ext uri="{FF2B5EF4-FFF2-40B4-BE49-F238E27FC236}">
                <a16:creationId xmlns:a16="http://schemas.microsoft.com/office/drawing/2014/main" id="{58FE8819-AE5C-05F2-709A-0819CB2C82BE}"/>
              </a:ext>
            </a:extLst>
          </p:cNvPr>
          <p:cNvSpPr txBox="1"/>
          <p:nvPr/>
        </p:nvSpPr>
        <p:spPr>
          <a:xfrm>
            <a:off x="3445934" y="5700021"/>
            <a:ext cx="677334"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Segoe UI Variable Display" pitchFamily="2" charset="0"/>
              </a:rPr>
              <a:t>10</a:t>
            </a:r>
          </a:p>
        </p:txBody>
      </p:sp>
      <p:sp>
        <p:nvSpPr>
          <p:cNvPr id="49" name="TextBox 48">
            <a:extLst>
              <a:ext uri="{FF2B5EF4-FFF2-40B4-BE49-F238E27FC236}">
                <a16:creationId xmlns:a16="http://schemas.microsoft.com/office/drawing/2014/main" id="{CAE5B81B-A42F-6287-3492-17ACA0123949}"/>
              </a:ext>
            </a:extLst>
          </p:cNvPr>
          <p:cNvSpPr txBox="1"/>
          <p:nvPr/>
        </p:nvSpPr>
        <p:spPr>
          <a:xfrm>
            <a:off x="4248667" y="799888"/>
            <a:ext cx="7303401"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latin typeface="Segoe UI Variable Display" pitchFamily="2" charset="0"/>
              </a:rPr>
              <a:t>Introduction &amp; Purpose of Dataset</a:t>
            </a:r>
          </a:p>
        </p:txBody>
      </p:sp>
      <p:sp>
        <p:nvSpPr>
          <p:cNvPr id="50" name="TextBox 49">
            <a:extLst>
              <a:ext uri="{FF2B5EF4-FFF2-40B4-BE49-F238E27FC236}">
                <a16:creationId xmlns:a16="http://schemas.microsoft.com/office/drawing/2014/main" id="{02946A00-AD3C-488D-161D-251A7288104B}"/>
              </a:ext>
            </a:extLst>
          </p:cNvPr>
          <p:cNvSpPr txBox="1"/>
          <p:nvPr/>
        </p:nvSpPr>
        <p:spPr>
          <a:xfrm>
            <a:off x="4248667" y="188737"/>
            <a:ext cx="7303401"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latin typeface="Segoe UI Variable Display" pitchFamily="2" charset="0"/>
              </a:rPr>
              <a:t>Team &amp; Contributions</a:t>
            </a:r>
          </a:p>
        </p:txBody>
      </p:sp>
      <p:sp>
        <p:nvSpPr>
          <p:cNvPr id="51" name="TextBox 50">
            <a:extLst>
              <a:ext uri="{FF2B5EF4-FFF2-40B4-BE49-F238E27FC236}">
                <a16:creationId xmlns:a16="http://schemas.microsoft.com/office/drawing/2014/main" id="{9D8A170D-EF98-CFF9-825C-E39DFEA96FFB}"/>
              </a:ext>
            </a:extLst>
          </p:cNvPr>
          <p:cNvSpPr txBox="1"/>
          <p:nvPr/>
        </p:nvSpPr>
        <p:spPr>
          <a:xfrm>
            <a:off x="4248667" y="1411039"/>
            <a:ext cx="7303401"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latin typeface="Segoe UI Variable Display" pitchFamily="2" charset="0"/>
              </a:rPr>
              <a:t>Data Sources</a:t>
            </a:r>
          </a:p>
        </p:txBody>
      </p:sp>
      <p:sp>
        <p:nvSpPr>
          <p:cNvPr id="52" name="TextBox 51">
            <a:extLst>
              <a:ext uri="{FF2B5EF4-FFF2-40B4-BE49-F238E27FC236}">
                <a16:creationId xmlns:a16="http://schemas.microsoft.com/office/drawing/2014/main" id="{164154A8-CE1E-66EC-28B2-A67F84CC61B7}"/>
              </a:ext>
            </a:extLst>
          </p:cNvPr>
          <p:cNvSpPr txBox="1"/>
          <p:nvPr/>
        </p:nvSpPr>
        <p:spPr>
          <a:xfrm>
            <a:off x="4248667" y="2022190"/>
            <a:ext cx="7303401"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latin typeface="Segoe UI Variable Display" pitchFamily="2" charset="0"/>
              </a:rPr>
              <a:t>Data Acquisition Approach</a:t>
            </a:r>
          </a:p>
        </p:txBody>
      </p:sp>
      <p:sp>
        <p:nvSpPr>
          <p:cNvPr id="53" name="TextBox 52">
            <a:extLst>
              <a:ext uri="{FF2B5EF4-FFF2-40B4-BE49-F238E27FC236}">
                <a16:creationId xmlns:a16="http://schemas.microsoft.com/office/drawing/2014/main" id="{58810EF0-D74A-6F9C-E09C-894F2E6ADC6D}"/>
              </a:ext>
            </a:extLst>
          </p:cNvPr>
          <p:cNvSpPr txBox="1"/>
          <p:nvPr/>
        </p:nvSpPr>
        <p:spPr>
          <a:xfrm>
            <a:off x="4248667" y="2633341"/>
            <a:ext cx="7303401"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latin typeface="Segoe UI Variable Display" pitchFamily="2" charset="0"/>
              </a:rPr>
              <a:t>Data Preprocessing Approach</a:t>
            </a:r>
          </a:p>
        </p:txBody>
      </p:sp>
      <p:sp>
        <p:nvSpPr>
          <p:cNvPr id="54" name="TextBox 53">
            <a:extLst>
              <a:ext uri="{FF2B5EF4-FFF2-40B4-BE49-F238E27FC236}">
                <a16:creationId xmlns:a16="http://schemas.microsoft.com/office/drawing/2014/main" id="{C9C06F0D-14CD-629E-8D4B-14FFC17075EC}"/>
              </a:ext>
            </a:extLst>
          </p:cNvPr>
          <p:cNvSpPr txBox="1"/>
          <p:nvPr/>
        </p:nvSpPr>
        <p:spPr>
          <a:xfrm>
            <a:off x="4248667" y="3244492"/>
            <a:ext cx="7303401"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latin typeface="Segoe UI Variable Display" pitchFamily="2" charset="0"/>
              </a:rPr>
              <a:t>Constructed Dataset</a:t>
            </a:r>
          </a:p>
        </p:txBody>
      </p:sp>
      <p:sp>
        <p:nvSpPr>
          <p:cNvPr id="55" name="TextBox 54">
            <a:extLst>
              <a:ext uri="{FF2B5EF4-FFF2-40B4-BE49-F238E27FC236}">
                <a16:creationId xmlns:a16="http://schemas.microsoft.com/office/drawing/2014/main" id="{EE57F34D-0068-4A77-AD6E-9763701E127B}"/>
              </a:ext>
            </a:extLst>
          </p:cNvPr>
          <p:cNvSpPr txBox="1"/>
          <p:nvPr/>
        </p:nvSpPr>
        <p:spPr>
          <a:xfrm>
            <a:off x="4248667" y="3855643"/>
            <a:ext cx="7303401"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latin typeface="Segoe UI Variable Display" pitchFamily="2" charset="0"/>
              </a:rPr>
              <a:t>Distribution Approach</a:t>
            </a:r>
          </a:p>
        </p:txBody>
      </p:sp>
      <p:sp>
        <p:nvSpPr>
          <p:cNvPr id="56" name="TextBox 55">
            <a:extLst>
              <a:ext uri="{FF2B5EF4-FFF2-40B4-BE49-F238E27FC236}">
                <a16:creationId xmlns:a16="http://schemas.microsoft.com/office/drawing/2014/main" id="{2622352F-AB7F-ED35-25C4-603E88AA0E17}"/>
              </a:ext>
            </a:extLst>
          </p:cNvPr>
          <p:cNvSpPr txBox="1"/>
          <p:nvPr/>
        </p:nvSpPr>
        <p:spPr>
          <a:xfrm>
            <a:off x="4248667" y="4466794"/>
            <a:ext cx="7303401"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latin typeface="Segoe UI Variable Display" pitchFamily="2" charset="0"/>
              </a:rPr>
              <a:t>Discussion of Access Rights</a:t>
            </a:r>
          </a:p>
        </p:txBody>
      </p:sp>
      <p:sp>
        <p:nvSpPr>
          <p:cNvPr id="57" name="TextBox 56">
            <a:extLst>
              <a:ext uri="{FF2B5EF4-FFF2-40B4-BE49-F238E27FC236}">
                <a16:creationId xmlns:a16="http://schemas.microsoft.com/office/drawing/2014/main" id="{C43DAC21-D1B0-3BC3-314B-CBDB129DC47D}"/>
              </a:ext>
            </a:extLst>
          </p:cNvPr>
          <p:cNvSpPr txBox="1"/>
          <p:nvPr/>
        </p:nvSpPr>
        <p:spPr>
          <a:xfrm>
            <a:off x="4248667" y="5095278"/>
            <a:ext cx="7303401"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latin typeface="Segoe UI Variable Display" pitchFamily="2" charset="0"/>
              </a:rPr>
              <a:t>Issues &amp; Limitations</a:t>
            </a:r>
          </a:p>
        </p:txBody>
      </p:sp>
      <p:sp>
        <p:nvSpPr>
          <p:cNvPr id="58" name="TextBox 57">
            <a:extLst>
              <a:ext uri="{FF2B5EF4-FFF2-40B4-BE49-F238E27FC236}">
                <a16:creationId xmlns:a16="http://schemas.microsoft.com/office/drawing/2014/main" id="{2AC093E8-11C2-4C9C-8C57-2F4E07F0CFC5}"/>
              </a:ext>
            </a:extLst>
          </p:cNvPr>
          <p:cNvSpPr txBox="1"/>
          <p:nvPr/>
        </p:nvSpPr>
        <p:spPr>
          <a:xfrm>
            <a:off x="4248667" y="5689100"/>
            <a:ext cx="7303401"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latin typeface="Segoe UI Variable Display" pitchFamily="2" charset="0"/>
              </a:rPr>
              <a:t>Potential Users &amp; Applications</a:t>
            </a:r>
          </a:p>
        </p:txBody>
      </p:sp>
      <p:sp>
        <p:nvSpPr>
          <p:cNvPr id="59" name="TextBox 58">
            <a:extLst>
              <a:ext uri="{FF2B5EF4-FFF2-40B4-BE49-F238E27FC236}">
                <a16:creationId xmlns:a16="http://schemas.microsoft.com/office/drawing/2014/main" id="{AEAF1A46-0631-C5B1-C052-6F5ACAA1F49D}"/>
              </a:ext>
            </a:extLst>
          </p:cNvPr>
          <p:cNvSpPr txBox="1"/>
          <p:nvPr/>
        </p:nvSpPr>
        <p:spPr>
          <a:xfrm>
            <a:off x="3445934" y="6315091"/>
            <a:ext cx="677334"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Segoe UI Variable Display" pitchFamily="2" charset="0"/>
              </a:rPr>
              <a:t>11</a:t>
            </a:r>
          </a:p>
        </p:txBody>
      </p:sp>
      <p:sp>
        <p:nvSpPr>
          <p:cNvPr id="60" name="TextBox 59">
            <a:extLst>
              <a:ext uri="{FF2B5EF4-FFF2-40B4-BE49-F238E27FC236}">
                <a16:creationId xmlns:a16="http://schemas.microsoft.com/office/drawing/2014/main" id="{5802DEF3-0659-DDD9-5985-C0F73319788D}"/>
              </a:ext>
            </a:extLst>
          </p:cNvPr>
          <p:cNvSpPr txBox="1"/>
          <p:nvPr/>
        </p:nvSpPr>
        <p:spPr>
          <a:xfrm>
            <a:off x="4262066" y="6315091"/>
            <a:ext cx="7303401"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latin typeface="Segoe UI Variable Display" pitchFamily="2" charset="0"/>
              </a:rPr>
              <a:t>Conclusions</a:t>
            </a:r>
          </a:p>
        </p:txBody>
      </p:sp>
    </p:spTree>
    <p:extLst>
      <p:ext uri="{BB962C8B-B14F-4D97-AF65-F5344CB8AC3E}">
        <p14:creationId xmlns:p14="http://schemas.microsoft.com/office/powerpoint/2010/main" val="3156011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43A69-E9D3-ABB8-F8F8-E5CBCC1A1B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1AE3F4-9DF6-193F-4778-FE87D10AF08F}"/>
              </a:ext>
            </a:extLst>
          </p:cNvPr>
          <p:cNvSpPr>
            <a:spLocks noGrp="1"/>
          </p:cNvSpPr>
          <p:nvPr>
            <p:ph type="title"/>
          </p:nvPr>
        </p:nvSpPr>
        <p:spPr>
          <a:xfrm>
            <a:off x="701040" y="28250"/>
            <a:ext cx="10515600" cy="996217"/>
          </a:xfrm>
        </p:spPr>
        <p:txBody>
          <a:bodyPr/>
          <a:lstStyle/>
          <a:p>
            <a:r>
              <a:rPr lang="en-US" dirty="0">
                <a:solidFill>
                  <a:srgbClr val="002060"/>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TEAM </a:t>
            </a:r>
            <a:r>
              <a:rPr lang="en-US" i="1" dirty="0">
                <a:solidFill>
                  <a:schemeClr val="bg2">
                    <a:lumMod val="10000"/>
                  </a:schemeClr>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&amp;</a:t>
            </a:r>
            <a:r>
              <a:rPr lang="en-US" dirty="0">
                <a:solidFill>
                  <a:srgbClr val="002060"/>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 CONTRIBUTIONS</a:t>
            </a:r>
            <a:endParaRPr lang="en-US" dirty="0">
              <a:solidFill>
                <a:schemeClr val="bg2">
                  <a:lumMod val="10000"/>
                </a:schemeClr>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endParaRPr>
          </a:p>
        </p:txBody>
      </p:sp>
      <p:sp>
        <p:nvSpPr>
          <p:cNvPr id="10" name="TextBox 9">
            <a:extLst>
              <a:ext uri="{FF2B5EF4-FFF2-40B4-BE49-F238E27FC236}">
                <a16:creationId xmlns:a16="http://schemas.microsoft.com/office/drawing/2014/main" id="{D2B98431-A6CF-EDF1-E7DE-1665AF49D33B}"/>
              </a:ext>
            </a:extLst>
          </p:cNvPr>
          <p:cNvSpPr txBox="1"/>
          <p:nvPr/>
        </p:nvSpPr>
        <p:spPr>
          <a:xfrm>
            <a:off x="9513992" y="944096"/>
            <a:ext cx="2011680" cy="400110"/>
          </a:xfrm>
          <a:prstGeom prst="rect">
            <a:avLst/>
          </a:prstGeom>
          <a:noFill/>
        </p:spPr>
        <p:txBody>
          <a:bodyPr wrap="square" rtlCol="0">
            <a:spAutoFit/>
          </a:bodyPr>
          <a:lstStyle/>
          <a:p>
            <a:pPr algn="ctr"/>
            <a:r>
              <a:rPr lang="en-US" sz="2000" dirty="0">
                <a:solidFill>
                  <a:srgbClr val="6085D6"/>
                </a:solidFill>
                <a:effectLst>
                  <a:outerShdw blurRad="38100" dist="38100" dir="2700000" algn="tl">
                    <a:srgbClr val="000000">
                      <a:alpha val="43137"/>
                    </a:srgbClr>
                  </a:outerShdw>
                </a:effectLst>
                <a:latin typeface="Segoe UI Variable Display Semib" pitchFamily="2" charset="0"/>
              </a:rPr>
              <a:t>THANH HUYNH</a:t>
            </a:r>
          </a:p>
        </p:txBody>
      </p:sp>
      <p:sp>
        <p:nvSpPr>
          <p:cNvPr id="15" name="TextBox 14">
            <a:extLst>
              <a:ext uri="{FF2B5EF4-FFF2-40B4-BE49-F238E27FC236}">
                <a16:creationId xmlns:a16="http://schemas.microsoft.com/office/drawing/2014/main" id="{8A43BDB4-3CBB-C9E0-2EE9-120EE72855C8}"/>
              </a:ext>
            </a:extLst>
          </p:cNvPr>
          <p:cNvSpPr txBox="1"/>
          <p:nvPr/>
        </p:nvSpPr>
        <p:spPr>
          <a:xfrm>
            <a:off x="6285655" y="929511"/>
            <a:ext cx="2743200" cy="400110"/>
          </a:xfrm>
          <a:prstGeom prst="rect">
            <a:avLst/>
          </a:prstGeom>
          <a:noFill/>
        </p:spPr>
        <p:txBody>
          <a:bodyPr wrap="square" rtlCol="0">
            <a:spAutoFit/>
          </a:bodyPr>
          <a:lstStyle/>
          <a:p>
            <a:pPr algn="ctr"/>
            <a:r>
              <a:rPr lang="en-US" sz="2000" dirty="0">
                <a:solidFill>
                  <a:srgbClr val="2C53AA"/>
                </a:solidFill>
                <a:effectLst>
                  <a:outerShdw blurRad="38100" dist="38100" dir="2700000" algn="tl">
                    <a:srgbClr val="000000">
                      <a:alpha val="43137"/>
                    </a:srgbClr>
                  </a:outerShdw>
                </a:effectLst>
                <a:latin typeface="Segoe UI Variable Display Semib" pitchFamily="2" charset="0"/>
              </a:rPr>
              <a:t>SHARON ROBINSON</a:t>
            </a:r>
          </a:p>
        </p:txBody>
      </p:sp>
      <p:sp>
        <p:nvSpPr>
          <p:cNvPr id="16" name="TextBox 15">
            <a:extLst>
              <a:ext uri="{FF2B5EF4-FFF2-40B4-BE49-F238E27FC236}">
                <a16:creationId xmlns:a16="http://schemas.microsoft.com/office/drawing/2014/main" id="{298AA014-A790-B4DA-ED81-33B62A90B735}"/>
              </a:ext>
            </a:extLst>
          </p:cNvPr>
          <p:cNvSpPr txBox="1"/>
          <p:nvPr/>
        </p:nvSpPr>
        <p:spPr>
          <a:xfrm>
            <a:off x="6667500" y="1315657"/>
            <a:ext cx="1882140" cy="276999"/>
          </a:xfrm>
          <a:prstGeom prst="rect">
            <a:avLst/>
          </a:prstGeom>
          <a:noFill/>
        </p:spPr>
        <p:txBody>
          <a:bodyPr wrap="square" rtlCol="0">
            <a:spAutoFit/>
          </a:bodyPr>
          <a:lstStyle/>
          <a:p>
            <a:pPr algn="ctr"/>
            <a:r>
              <a:rPr lang="en-US" sz="1200" dirty="0">
                <a:effectLst>
                  <a:outerShdw blurRad="38100" dist="38100" dir="2700000" algn="tl">
                    <a:srgbClr val="000000">
                      <a:alpha val="43137"/>
                    </a:srgbClr>
                  </a:outerShdw>
                </a:effectLst>
                <a:latin typeface="Segoe UI Variable Display Semib" pitchFamily="2" charset="0"/>
              </a:rPr>
              <a:t>?</a:t>
            </a:r>
          </a:p>
        </p:txBody>
      </p:sp>
      <p:sp>
        <p:nvSpPr>
          <p:cNvPr id="18" name="TextBox 17">
            <a:extLst>
              <a:ext uri="{FF2B5EF4-FFF2-40B4-BE49-F238E27FC236}">
                <a16:creationId xmlns:a16="http://schemas.microsoft.com/office/drawing/2014/main" id="{ACF68C29-470E-6B7F-380E-72D6A9752CDA}"/>
              </a:ext>
            </a:extLst>
          </p:cNvPr>
          <p:cNvSpPr txBox="1"/>
          <p:nvPr/>
        </p:nvSpPr>
        <p:spPr>
          <a:xfrm>
            <a:off x="3352800" y="932516"/>
            <a:ext cx="2743200" cy="400110"/>
          </a:xfrm>
          <a:prstGeom prst="rect">
            <a:avLst/>
          </a:prstGeom>
          <a:noFill/>
        </p:spPr>
        <p:txBody>
          <a:bodyPr wrap="square" rtlCol="0">
            <a:spAutoFit/>
          </a:bodyPr>
          <a:lstStyle/>
          <a:p>
            <a:pPr algn="ctr"/>
            <a:r>
              <a:rPr lang="en-US" sz="2000" dirty="0">
                <a:solidFill>
                  <a:srgbClr val="203C7A"/>
                </a:solidFill>
                <a:effectLst>
                  <a:outerShdw blurRad="38100" dist="38100" dir="2700000" algn="tl">
                    <a:srgbClr val="000000">
                      <a:alpha val="43137"/>
                    </a:srgbClr>
                  </a:outerShdw>
                </a:effectLst>
                <a:latin typeface="Segoe UI Variable Display Semib" pitchFamily="2" charset="0"/>
              </a:rPr>
              <a:t>KHUSHI PATEL</a:t>
            </a:r>
          </a:p>
        </p:txBody>
      </p:sp>
      <p:sp>
        <p:nvSpPr>
          <p:cNvPr id="19" name="TextBox 18">
            <a:extLst>
              <a:ext uri="{FF2B5EF4-FFF2-40B4-BE49-F238E27FC236}">
                <a16:creationId xmlns:a16="http://schemas.microsoft.com/office/drawing/2014/main" id="{91BCCEB4-49A9-2C28-AEF2-8F1136359271}"/>
              </a:ext>
            </a:extLst>
          </p:cNvPr>
          <p:cNvSpPr txBox="1"/>
          <p:nvPr/>
        </p:nvSpPr>
        <p:spPr>
          <a:xfrm>
            <a:off x="3745124" y="1310548"/>
            <a:ext cx="1882140" cy="276999"/>
          </a:xfrm>
          <a:prstGeom prst="rect">
            <a:avLst/>
          </a:prstGeom>
          <a:noFill/>
        </p:spPr>
        <p:txBody>
          <a:bodyPr wrap="square" rtlCol="0">
            <a:spAutoFit/>
          </a:bodyPr>
          <a:lstStyle/>
          <a:p>
            <a:pPr algn="ctr"/>
            <a:r>
              <a:rPr lang="en-US" sz="1200" dirty="0">
                <a:effectLst>
                  <a:outerShdw blurRad="38100" dist="38100" dir="2700000" algn="tl">
                    <a:srgbClr val="000000">
                      <a:alpha val="43137"/>
                    </a:srgbClr>
                  </a:outerShdw>
                </a:effectLst>
                <a:latin typeface="Segoe UI Variable Display Semib" pitchFamily="2" charset="0"/>
              </a:rPr>
              <a:t>?</a:t>
            </a:r>
          </a:p>
        </p:txBody>
      </p:sp>
      <p:sp>
        <p:nvSpPr>
          <p:cNvPr id="21" name="TextBox 20">
            <a:extLst>
              <a:ext uri="{FF2B5EF4-FFF2-40B4-BE49-F238E27FC236}">
                <a16:creationId xmlns:a16="http://schemas.microsoft.com/office/drawing/2014/main" id="{663F7E1D-C9E4-7EA5-883B-B060BF882CED}"/>
              </a:ext>
            </a:extLst>
          </p:cNvPr>
          <p:cNvSpPr txBox="1"/>
          <p:nvPr/>
        </p:nvSpPr>
        <p:spPr>
          <a:xfrm>
            <a:off x="234527" y="944096"/>
            <a:ext cx="2743200" cy="400110"/>
          </a:xfrm>
          <a:prstGeom prst="rect">
            <a:avLst/>
          </a:prstGeom>
          <a:noFill/>
        </p:spPr>
        <p:txBody>
          <a:bodyPr wrap="square" rtlCol="0">
            <a:spAutoFit/>
          </a:bodyPr>
          <a:lstStyle/>
          <a:p>
            <a:pPr algn="ctr"/>
            <a:r>
              <a:rPr lang="en-US" sz="2000" dirty="0">
                <a:solidFill>
                  <a:srgbClr val="182D5C"/>
                </a:solidFill>
                <a:effectLst>
                  <a:outerShdw blurRad="38100" dist="38100" dir="2700000" algn="tl">
                    <a:srgbClr val="000000">
                      <a:alpha val="43137"/>
                    </a:srgbClr>
                  </a:outerShdw>
                </a:effectLst>
                <a:latin typeface="Segoe UI Variable Display Semib" pitchFamily="2" charset="0"/>
              </a:rPr>
              <a:t>ARI VOLUCK</a:t>
            </a:r>
          </a:p>
        </p:txBody>
      </p:sp>
      <p:sp>
        <p:nvSpPr>
          <p:cNvPr id="4" name="Rectangle 3">
            <a:extLst>
              <a:ext uri="{FF2B5EF4-FFF2-40B4-BE49-F238E27FC236}">
                <a16:creationId xmlns:a16="http://schemas.microsoft.com/office/drawing/2014/main" id="{6E91EBE5-9F7F-15B7-566F-13AE02501356}"/>
              </a:ext>
            </a:extLst>
          </p:cNvPr>
          <p:cNvSpPr/>
          <p:nvPr/>
        </p:nvSpPr>
        <p:spPr>
          <a:xfrm>
            <a:off x="495300" y="1673231"/>
            <a:ext cx="2560320" cy="4817534"/>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DA7BD53-FD47-532F-34C3-99C74FF22E8E}"/>
              </a:ext>
            </a:extLst>
          </p:cNvPr>
          <p:cNvSpPr/>
          <p:nvPr/>
        </p:nvSpPr>
        <p:spPr>
          <a:xfrm>
            <a:off x="3451860" y="1673231"/>
            <a:ext cx="2560320" cy="4817534"/>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1DDEADB-3F01-4DAF-91E7-17DA13E8FDF9}"/>
              </a:ext>
            </a:extLst>
          </p:cNvPr>
          <p:cNvSpPr/>
          <p:nvPr/>
        </p:nvSpPr>
        <p:spPr>
          <a:xfrm>
            <a:off x="6385560" y="1673231"/>
            <a:ext cx="2560320" cy="4817534"/>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7EE5BA9-01C7-E3CC-F527-F04A983055F4}"/>
              </a:ext>
            </a:extLst>
          </p:cNvPr>
          <p:cNvSpPr/>
          <p:nvPr/>
        </p:nvSpPr>
        <p:spPr>
          <a:xfrm>
            <a:off x="9265920" y="1673231"/>
            <a:ext cx="2560320" cy="4817534"/>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5B8E1567-8276-9003-88AC-5B0AD6B23C4E}"/>
              </a:ext>
            </a:extLst>
          </p:cNvPr>
          <p:cNvSpPr txBox="1"/>
          <p:nvPr/>
        </p:nvSpPr>
        <p:spPr>
          <a:xfrm>
            <a:off x="9494307" y="1315657"/>
            <a:ext cx="2099310" cy="461665"/>
          </a:xfrm>
          <a:prstGeom prst="rect">
            <a:avLst/>
          </a:prstGeom>
          <a:noFill/>
        </p:spPr>
        <p:txBody>
          <a:bodyPr wrap="square" rtlCol="0">
            <a:spAutoFit/>
          </a:bodyPr>
          <a:lstStyle/>
          <a:p>
            <a:pPr algn="ctr"/>
            <a:r>
              <a:rPr lang="en-US" sz="1200" dirty="0">
                <a:effectLst>
                  <a:outerShdw blurRad="38100" dist="38100" dir="2700000" algn="tl">
                    <a:srgbClr val="000000">
                      <a:alpha val="43137"/>
                    </a:srgbClr>
                  </a:outerShdw>
                </a:effectLst>
                <a:latin typeface="Segoe UI Variable Display Semib" pitchFamily="2" charset="0"/>
              </a:rPr>
              <a:t>B.S. in Integrative Science</a:t>
            </a:r>
          </a:p>
          <a:p>
            <a:pPr algn="ctr"/>
            <a:endParaRPr lang="en-US" sz="1200" dirty="0">
              <a:effectLst>
                <a:outerShdw blurRad="38100" dist="38100" dir="2700000" algn="tl">
                  <a:srgbClr val="000000">
                    <a:alpha val="43137"/>
                  </a:srgbClr>
                </a:outerShdw>
              </a:effectLst>
              <a:latin typeface="Segoe UI Variable Display Semib" pitchFamily="2" charset="0"/>
            </a:endParaRPr>
          </a:p>
        </p:txBody>
      </p:sp>
      <p:grpSp>
        <p:nvGrpSpPr>
          <p:cNvPr id="29" name="Group 28">
            <a:extLst>
              <a:ext uri="{FF2B5EF4-FFF2-40B4-BE49-F238E27FC236}">
                <a16:creationId xmlns:a16="http://schemas.microsoft.com/office/drawing/2014/main" id="{91C5B50A-F001-8F6F-4B88-F3F7A14C611A}"/>
              </a:ext>
            </a:extLst>
          </p:cNvPr>
          <p:cNvGrpSpPr/>
          <p:nvPr/>
        </p:nvGrpSpPr>
        <p:grpSpPr>
          <a:xfrm>
            <a:off x="9220200" y="1773956"/>
            <a:ext cx="2331721" cy="277687"/>
            <a:chOff x="9220200" y="1773000"/>
            <a:chExt cx="2331721" cy="356536"/>
          </a:xfrm>
        </p:grpSpPr>
        <p:sp>
          <p:nvSpPr>
            <p:cNvPr id="25" name="Flowchart: Off-page Connector 24">
              <a:extLst>
                <a:ext uri="{FF2B5EF4-FFF2-40B4-BE49-F238E27FC236}">
                  <a16:creationId xmlns:a16="http://schemas.microsoft.com/office/drawing/2014/main" id="{80ACDA1C-A6CE-EF9E-DC3F-37AE52103799}"/>
                </a:ext>
              </a:extLst>
            </p:cNvPr>
            <p:cNvSpPr/>
            <p:nvPr/>
          </p:nvSpPr>
          <p:spPr>
            <a:xfrm rot="16200000">
              <a:off x="10209954" y="787569"/>
              <a:ext cx="352213" cy="2331721"/>
            </a:xfrm>
            <a:prstGeom prst="flowChartOffpageConnector">
              <a:avLst/>
            </a:prstGeom>
            <a:solidFill>
              <a:srgbClr val="6085D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C3CF7B03-688C-4490-01BB-C7C53204F623}"/>
                </a:ext>
              </a:extLst>
            </p:cNvPr>
            <p:cNvSpPr txBox="1"/>
            <p:nvPr/>
          </p:nvSpPr>
          <p:spPr>
            <a:xfrm>
              <a:off x="9265920" y="1773000"/>
              <a:ext cx="1950720" cy="307777"/>
            </a:xfrm>
            <a:prstGeom prst="rect">
              <a:avLst/>
            </a:prstGeom>
            <a:noFill/>
          </p:spPr>
          <p:txBody>
            <a:bodyPr wrap="square" rtlCol="0">
              <a:spAutoFit/>
            </a:bodyPr>
            <a:lstStyle/>
            <a:p>
              <a:r>
                <a:rPr lang="en-US" sz="1400" dirty="0">
                  <a:solidFill>
                    <a:schemeClr val="bg1"/>
                  </a:solidFill>
                  <a:effectLst>
                    <a:outerShdw blurRad="38100" dist="38100" dir="2700000" algn="tl">
                      <a:srgbClr val="000000">
                        <a:alpha val="43137"/>
                      </a:srgbClr>
                    </a:outerShdw>
                  </a:effectLst>
                  <a:latin typeface="Segoe UI Variable Display" pitchFamily="2" charset="0"/>
                </a:rPr>
                <a:t>CURRENT PROGRAM</a:t>
              </a:r>
            </a:p>
          </p:txBody>
        </p:sp>
      </p:grpSp>
      <p:grpSp>
        <p:nvGrpSpPr>
          <p:cNvPr id="33" name="Group 32">
            <a:extLst>
              <a:ext uri="{FF2B5EF4-FFF2-40B4-BE49-F238E27FC236}">
                <a16:creationId xmlns:a16="http://schemas.microsoft.com/office/drawing/2014/main" id="{55BEE0D1-EE59-750E-B619-2AA0EB831ED4}"/>
              </a:ext>
            </a:extLst>
          </p:cNvPr>
          <p:cNvGrpSpPr/>
          <p:nvPr/>
        </p:nvGrpSpPr>
        <p:grpSpPr>
          <a:xfrm>
            <a:off x="6339840" y="1777736"/>
            <a:ext cx="2331721" cy="282722"/>
            <a:chOff x="9220200" y="1766535"/>
            <a:chExt cx="2331721" cy="363001"/>
          </a:xfrm>
        </p:grpSpPr>
        <p:sp>
          <p:nvSpPr>
            <p:cNvPr id="42" name="Flowchart: Off-page Connector 41">
              <a:extLst>
                <a:ext uri="{FF2B5EF4-FFF2-40B4-BE49-F238E27FC236}">
                  <a16:creationId xmlns:a16="http://schemas.microsoft.com/office/drawing/2014/main" id="{97F35A13-1A5A-CBC8-2FBE-96342C4FD744}"/>
                </a:ext>
              </a:extLst>
            </p:cNvPr>
            <p:cNvSpPr/>
            <p:nvPr/>
          </p:nvSpPr>
          <p:spPr>
            <a:xfrm rot="16200000">
              <a:off x="10209954" y="787569"/>
              <a:ext cx="352213" cy="2331721"/>
            </a:xfrm>
            <a:prstGeom prst="flowChartOffpageConnector">
              <a:avLst/>
            </a:prstGeom>
            <a:solidFill>
              <a:srgbClr val="2C53A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BDA67253-F195-8689-05CD-EB8C6DB8B2C3}"/>
                </a:ext>
              </a:extLst>
            </p:cNvPr>
            <p:cNvSpPr txBox="1"/>
            <p:nvPr/>
          </p:nvSpPr>
          <p:spPr>
            <a:xfrm>
              <a:off x="9277350" y="1766535"/>
              <a:ext cx="1950720" cy="307777"/>
            </a:xfrm>
            <a:prstGeom prst="rect">
              <a:avLst/>
            </a:prstGeom>
            <a:noFill/>
          </p:spPr>
          <p:txBody>
            <a:bodyPr wrap="square" rtlCol="0">
              <a:spAutoFit/>
            </a:bodyPr>
            <a:lstStyle/>
            <a:p>
              <a:r>
                <a:rPr lang="en-US" sz="1400" dirty="0">
                  <a:solidFill>
                    <a:schemeClr val="bg1"/>
                  </a:solidFill>
                  <a:effectLst>
                    <a:outerShdw blurRad="38100" dist="38100" dir="2700000" algn="tl">
                      <a:srgbClr val="000000">
                        <a:alpha val="43137"/>
                      </a:srgbClr>
                    </a:outerShdw>
                  </a:effectLst>
                  <a:latin typeface="Segoe UI Variable Display" pitchFamily="2" charset="0"/>
                </a:rPr>
                <a:t>CURRENT PROGRAM</a:t>
              </a:r>
            </a:p>
          </p:txBody>
        </p:sp>
      </p:grpSp>
      <p:grpSp>
        <p:nvGrpSpPr>
          <p:cNvPr id="44" name="Group 43">
            <a:extLst>
              <a:ext uri="{FF2B5EF4-FFF2-40B4-BE49-F238E27FC236}">
                <a16:creationId xmlns:a16="http://schemas.microsoft.com/office/drawing/2014/main" id="{AFC83177-9DAC-A872-A021-0B8C03AD096B}"/>
              </a:ext>
            </a:extLst>
          </p:cNvPr>
          <p:cNvGrpSpPr/>
          <p:nvPr/>
        </p:nvGrpSpPr>
        <p:grpSpPr>
          <a:xfrm>
            <a:off x="3409950" y="1763593"/>
            <a:ext cx="2331721" cy="288050"/>
            <a:chOff x="9220200" y="1759694"/>
            <a:chExt cx="2331721" cy="369842"/>
          </a:xfrm>
        </p:grpSpPr>
        <p:sp>
          <p:nvSpPr>
            <p:cNvPr id="45" name="Flowchart: Off-page Connector 44">
              <a:extLst>
                <a:ext uri="{FF2B5EF4-FFF2-40B4-BE49-F238E27FC236}">
                  <a16:creationId xmlns:a16="http://schemas.microsoft.com/office/drawing/2014/main" id="{F539BB4B-3339-598C-220B-29A8C3FA703B}"/>
                </a:ext>
              </a:extLst>
            </p:cNvPr>
            <p:cNvSpPr/>
            <p:nvPr/>
          </p:nvSpPr>
          <p:spPr>
            <a:xfrm rot="16200000">
              <a:off x="10209954" y="787569"/>
              <a:ext cx="352213" cy="2331721"/>
            </a:xfrm>
            <a:prstGeom prst="flowChartOffpageConnector">
              <a:avLst/>
            </a:prstGeom>
            <a:solidFill>
              <a:srgbClr val="203C7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CE0A3389-7461-017E-6345-42E056A040BB}"/>
                </a:ext>
              </a:extLst>
            </p:cNvPr>
            <p:cNvSpPr txBox="1"/>
            <p:nvPr/>
          </p:nvSpPr>
          <p:spPr>
            <a:xfrm>
              <a:off x="9237557" y="1759694"/>
              <a:ext cx="1950720" cy="307777"/>
            </a:xfrm>
            <a:prstGeom prst="rect">
              <a:avLst/>
            </a:prstGeom>
            <a:noFill/>
          </p:spPr>
          <p:txBody>
            <a:bodyPr wrap="square" rtlCol="0">
              <a:spAutoFit/>
            </a:bodyPr>
            <a:lstStyle/>
            <a:p>
              <a:r>
                <a:rPr lang="en-US" sz="1400" dirty="0">
                  <a:solidFill>
                    <a:schemeClr val="bg1"/>
                  </a:solidFill>
                  <a:effectLst>
                    <a:outerShdw blurRad="38100" dist="38100" dir="2700000" algn="tl">
                      <a:srgbClr val="000000">
                        <a:alpha val="43137"/>
                      </a:srgbClr>
                    </a:outerShdw>
                  </a:effectLst>
                  <a:latin typeface="Segoe UI Variable Display" pitchFamily="2" charset="0"/>
                </a:rPr>
                <a:t>CURRENT PROGRAM</a:t>
              </a:r>
            </a:p>
          </p:txBody>
        </p:sp>
      </p:grpSp>
      <p:grpSp>
        <p:nvGrpSpPr>
          <p:cNvPr id="47" name="Group 46">
            <a:extLst>
              <a:ext uri="{FF2B5EF4-FFF2-40B4-BE49-F238E27FC236}">
                <a16:creationId xmlns:a16="http://schemas.microsoft.com/office/drawing/2014/main" id="{18DA4E65-ED69-0FC0-00A6-9A515325CD8A}"/>
              </a:ext>
            </a:extLst>
          </p:cNvPr>
          <p:cNvGrpSpPr/>
          <p:nvPr/>
        </p:nvGrpSpPr>
        <p:grpSpPr>
          <a:xfrm>
            <a:off x="440267" y="1777736"/>
            <a:ext cx="2331721" cy="282723"/>
            <a:chOff x="9220200" y="1766534"/>
            <a:chExt cx="2331721" cy="363002"/>
          </a:xfrm>
        </p:grpSpPr>
        <p:sp>
          <p:nvSpPr>
            <p:cNvPr id="48" name="Flowchart: Off-page Connector 47">
              <a:extLst>
                <a:ext uri="{FF2B5EF4-FFF2-40B4-BE49-F238E27FC236}">
                  <a16:creationId xmlns:a16="http://schemas.microsoft.com/office/drawing/2014/main" id="{857DC1F2-0143-7FCA-4A78-E63FE9E070A5}"/>
                </a:ext>
              </a:extLst>
            </p:cNvPr>
            <p:cNvSpPr/>
            <p:nvPr/>
          </p:nvSpPr>
          <p:spPr>
            <a:xfrm rot="16200000">
              <a:off x="10209954" y="787569"/>
              <a:ext cx="352213" cy="2331721"/>
            </a:xfrm>
            <a:prstGeom prst="flowChartOffpageConnector">
              <a:avLst/>
            </a:prstGeom>
            <a:solidFill>
              <a:srgbClr val="182D5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685F594E-70C9-B199-100D-9812A626C56B}"/>
                </a:ext>
              </a:extLst>
            </p:cNvPr>
            <p:cNvSpPr txBox="1"/>
            <p:nvPr/>
          </p:nvSpPr>
          <p:spPr>
            <a:xfrm>
              <a:off x="9265920" y="1766534"/>
              <a:ext cx="1950720" cy="307777"/>
            </a:xfrm>
            <a:prstGeom prst="rect">
              <a:avLst/>
            </a:prstGeom>
            <a:noFill/>
          </p:spPr>
          <p:txBody>
            <a:bodyPr wrap="square" rtlCol="0">
              <a:spAutoFit/>
            </a:bodyPr>
            <a:lstStyle/>
            <a:p>
              <a:r>
                <a:rPr lang="en-US" sz="1400" dirty="0">
                  <a:solidFill>
                    <a:schemeClr val="bg1"/>
                  </a:solidFill>
                  <a:effectLst>
                    <a:outerShdw blurRad="38100" dist="38100" dir="2700000" algn="tl">
                      <a:srgbClr val="000000">
                        <a:alpha val="43137"/>
                      </a:srgbClr>
                    </a:outerShdw>
                  </a:effectLst>
                  <a:latin typeface="Segoe UI Variable Display" pitchFamily="2" charset="0"/>
                </a:rPr>
                <a:t>CURRENT PROGRAM</a:t>
              </a:r>
            </a:p>
          </p:txBody>
        </p:sp>
      </p:grpSp>
      <p:sp>
        <p:nvSpPr>
          <p:cNvPr id="50" name="TextBox 49">
            <a:extLst>
              <a:ext uri="{FF2B5EF4-FFF2-40B4-BE49-F238E27FC236}">
                <a16:creationId xmlns:a16="http://schemas.microsoft.com/office/drawing/2014/main" id="{E0DFF7F7-B39E-26DF-E719-D651B587CF77}"/>
              </a:ext>
            </a:extLst>
          </p:cNvPr>
          <p:cNvSpPr txBox="1"/>
          <p:nvPr/>
        </p:nvSpPr>
        <p:spPr>
          <a:xfrm>
            <a:off x="9259992" y="2095965"/>
            <a:ext cx="2567940" cy="276999"/>
          </a:xfrm>
          <a:prstGeom prst="rect">
            <a:avLst/>
          </a:prstGeom>
          <a:noFill/>
        </p:spPr>
        <p:txBody>
          <a:bodyPr wrap="square" rtlCol="0">
            <a:spAutoFit/>
          </a:bodyPr>
          <a:lstStyle/>
          <a:p>
            <a:r>
              <a:rPr lang="en-US" sz="1200" dirty="0">
                <a:effectLst>
                  <a:outerShdw blurRad="38100" dist="38100" dir="2700000" algn="tl">
                    <a:srgbClr val="000000">
                      <a:alpha val="43137"/>
                    </a:srgbClr>
                  </a:outerShdw>
                </a:effectLst>
                <a:latin typeface="Segoe UI Variable Text Semiligh" pitchFamily="2" charset="0"/>
              </a:rPr>
              <a:t>MS in Data Science</a:t>
            </a:r>
            <a:endParaRPr lang="en-US" sz="1200" dirty="0"/>
          </a:p>
        </p:txBody>
      </p:sp>
      <p:grpSp>
        <p:nvGrpSpPr>
          <p:cNvPr id="51" name="Group 50">
            <a:extLst>
              <a:ext uri="{FF2B5EF4-FFF2-40B4-BE49-F238E27FC236}">
                <a16:creationId xmlns:a16="http://schemas.microsoft.com/office/drawing/2014/main" id="{5D4E9B27-5C2C-5D3E-AF64-EDB5711BBF17}"/>
              </a:ext>
            </a:extLst>
          </p:cNvPr>
          <p:cNvGrpSpPr/>
          <p:nvPr/>
        </p:nvGrpSpPr>
        <p:grpSpPr>
          <a:xfrm>
            <a:off x="9220200" y="2496722"/>
            <a:ext cx="2331721" cy="284472"/>
            <a:chOff x="9220200" y="1764288"/>
            <a:chExt cx="2331721" cy="365248"/>
          </a:xfrm>
        </p:grpSpPr>
        <p:sp>
          <p:nvSpPr>
            <p:cNvPr id="52" name="Flowchart: Off-page Connector 51">
              <a:extLst>
                <a:ext uri="{FF2B5EF4-FFF2-40B4-BE49-F238E27FC236}">
                  <a16:creationId xmlns:a16="http://schemas.microsoft.com/office/drawing/2014/main" id="{603ECE7B-BF1C-6EC2-6043-50D472FB3DCD}"/>
                </a:ext>
              </a:extLst>
            </p:cNvPr>
            <p:cNvSpPr/>
            <p:nvPr/>
          </p:nvSpPr>
          <p:spPr>
            <a:xfrm rot="16200000">
              <a:off x="10209954" y="787569"/>
              <a:ext cx="352213" cy="2331721"/>
            </a:xfrm>
            <a:prstGeom prst="flowChartOffpageConnector">
              <a:avLst/>
            </a:prstGeom>
            <a:solidFill>
              <a:srgbClr val="6085D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8D908998-786C-4516-1BD6-1300E63F2312}"/>
                </a:ext>
              </a:extLst>
            </p:cNvPr>
            <p:cNvSpPr txBox="1"/>
            <p:nvPr/>
          </p:nvSpPr>
          <p:spPr>
            <a:xfrm>
              <a:off x="9265920" y="1764288"/>
              <a:ext cx="1950720" cy="307777"/>
            </a:xfrm>
            <a:prstGeom prst="rect">
              <a:avLst/>
            </a:prstGeom>
            <a:noFill/>
          </p:spPr>
          <p:txBody>
            <a:bodyPr wrap="square" rtlCol="0">
              <a:spAutoFit/>
            </a:bodyPr>
            <a:lstStyle/>
            <a:p>
              <a:r>
                <a:rPr lang="en-US" sz="1400" dirty="0">
                  <a:solidFill>
                    <a:schemeClr val="bg1"/>
                  </a:solidFill>
                  <a:effectLst>
                    <a:outerShdw blurRad="38100" dist="38100" dir="2700000" algn="tl">
                      <a:srgbClr val="000000">
                        <a:alpha val="43137"/>
                      </a:srgbClr>
                    </a:outerShdw>
                  </a:effectLst>
                  <a:latin typeface="Segoe UI Variable Display" pitchFamily="2" charset="0"/>
                </a:rPr>
                <a:t>WORK EXPERIENCE</a:t>
              </a:r>
            </a:p>
          </p:txBody>
        </p:sp>
      </p:grpSp>
      <p:sp>
        <p:nvSpPr>
          <p:cNvPr id="54" name="TextBox 53">
            <a:extLst>
              <a:ext uri="{FF2B5EF4-FFF2-40B4-BE49-F238E27FC236}">
                <a16:creationId xmlns:a16="http://schemas.microsoft.com/office/drawing/2014/main" id="{EA8ECA2A-75B3-C3EF-7337-060921C54905}"/>
              </a:ext>
            </a:extLst>
          </p:cNvPr>
          <p:cNvSpPr txBox="1"/>
          <p:nvPr/>
        </p:nvSpPr>
        <p:spPr>
          <a:xfrm>
            <a:off x="9259992" y="2779517"/>
            <a:ext cx="3025139" cy="1292662"/>
          </a:xfrm>
          <a:prstGeom prst="rect">
            <a:avLst/>
          </a:prstGeom>
          <a:noFill/>
        </p:spPr>
        <p:txBody>
          <a:bodyPr wrap="square" rtlCol="0">
            <a:spAutoFit/>
          </a:bodyPr>
          <a:lstStyle/>
          <a:p>
            <a:pPr marL="91440" indent="-91440">
              <a:buFont typeface="Arial" panose="020B0604020202020204" pitchFamily="34" charset="0"/>
              <a:buChar char="•"/>
            </a:pPr>
            <a:r>
              <a:rPr lang="en-US" sz="1200" dirty="0">
                <a:effectLst>
                  <a:outerShdw blurRad="38100" dist="38100" dir="2700000" algn="tl">
                    <a:srgbClr val="000000">
                      <a:alpha val="43137"/>
                    </a:srgbClr>
                  </a:outerShdw>
                </a:effectLst>
                <a:latin typeface="Segoe UI Variable Text Semiligh" pitchFamily="2" charset="0"/>
              </a:rPr>
              <a:t>Quality &amp; Compliance (URL Pharma)</a:t>
            </a:r>
          </a:p>
          <a:p>
            <a:pPr marL="91440" indent="-91440">
              <a:buFont typeface="Arial" panose="020B0604020202020204" pitchFamily="34" charset="0"/>
              <a:buChar char="•"/>
            </a:pPr>
            <a:r>
              <a:rPr lang="en-US" sz="1200" dirty="0">
                <a:effectLst>
                  <a:outerShdw blurRad="38100" dist="38100" dir="2700000" algn="tl">
                    <a:srgbClr val="000000">
                      <a:alpha val="43137"/>
                    </a:srgbClr>
                  </a:outerShdw>
                </a:effectLst>
                <a:latin typeface="Segoe UI Variable Text Semiligh" pitchFamily="2" charset="0"/>
              </a:rPr>
              <a:t>LMS Associate (Sun Pharma)</a:t>
            </a:r>
          </a:p>
          <a:p>
            <a:pPr marL="91440" indent="-91440">
              <a:buFont typeface="Arial" panose="020B0604020202020204" pitchFamily="34" charset="0"/>
              <a:buChar char="•"/>
            </a:pPr>
            <a:r>
              <a:rPr lang="en-US" sz="1200" dirty="0">
                <a:effectLst>
                  <a:outerShdw blurRad="38100" dist="38100" dir="2700000" algn="tl">
                    <a:srgbClr val="000000">
                      <a:alpha val="43137"/>
                    </a:srgbClr>
                  </a:outerShdw>
                </a:effectLst>
                <a:latin typeface="Segoe UI Variable Text Semiligh" pitchFamily="2" charset="0"/>
              </a:rPr>
              <a:t>LMS Administrator (GSK)</a:t>
            </a:r>
            <a:br>
              <a:rPr lang="en-US" sz="1200" dirty="0">
                <a:effectLst>
                  <a:outerShdw blurRad="38100" dist="38100" dir="2700000" algn="tl">
                    <a:srgbClr val="000000">
                      <a:alpha val="43137"/>
                    </a:srgbClr>
                  </a:outerShdw>
                </a:effectLst>
                <a:latin typeface="Segoe UI Variable Text Semiligh" pitchFamily="2" charset="0"/>
              </a:rPr>
            </a:br>
            <a:r>
              <a:rPr lang="en-US" sz="1200" dirty="0">
                <a:effectLst>
                  <a:outerShdw blurRad="38100" dist="38100" dir="2700000" algn="tl">
                    <a:srgbClr val="000000">
                      <a:alpha val="43137"/>
                    </a:srgbClr>
                  </a:outerShdw>
                </a:effectLst>
                <a:latin typeface="Segoe UI Variable Text Semiligh" pitchFamily="2" charset="0"/>
              </a:rPr>
              <a:t>Documentation Specialist (GSK)</a:t>
            </a:r>
          </a:p>
          <a:p>
            <a:pPr marL="91440" indent="-91440">
              <a:buFont typeface="Arial" panose="020B0604020202020204" pitchFamily="34" charset="0"/>
              <a:buChar char="•"/>
            </a:pPr>
            <a:r>
              <a:rPr lang="en-US" sz="1200" dirty="0">
                <a:effectLst>
                  <a:outerShdw blurRad="38100" dist="38100" dir="2700000" algn="tl">
                    <a:srgbClr val="000000">
                      <a:alpha val="43137"/>
                    </a:srgbClr>
                  </a:outerShdw>
                </a:effectLst>
                <a:latin typeface="Segoe UI Variable Text Semiligh" pitchFamily="2" charset="0"/>
              </a:rPr>
              <a:t>Project Manager (Merck)</a:t>
            </a:r>
          </a:p>
          <a:p>
            <a:endParaRPr lang="en-US" dirty="0"/>
          </a:p>
        </p:txBody>
      </p:sp>
      <p:grpSp>
        <p:nvGrpSpPr>
          <p:cNvPr id="55" name="Group 54">
            <a:extLst>
              <a:ext uri="{FF2B5EF4-FFF2-40B4-BE49-F238E27FC236}">
                <a16:creationId xmlns:a16="http://schemas.microsoft.com/office/drawing/2014/main" id="{BABB649B-7087-A6DE-49A4-7038D4E72871}"/>
              </a:ext>
            </a:extLst>
          </p:cNvPr>
          <p:cNvGrpSpPr/>
          <p:nvPr/>
        </p:nvGrpSpPr>
        <p:grpSpPr>
          <a:xfrm>
            <a:off x="6341109" y="2508574"/>
            <a:ext cx="2331721" cy="307777"/>
            <a:chOff x="9220200" y="1766535"/>
            <a:chExt cx="2331721" cy="395170"/>
          </a:xfrm>
        </p:grpSpPr>
        <p:sp>
          <p:nvSpPr>
            <p:cNvPr id="56" name="Flowchart: Off-page Connector 55">
              <a:extLst>
                <a:ext uri="{FF2B5EF4-FFF2-40B4-BE49-F238E27FC236}">
                  <a16:creationId xmlns:a16="http://schemas.microsoft.com/office/drawing/2014/main" id="{ACD4254E-84B7-70A2-4846-83F7B2E8997D}"/>
                </a:ext>
              </a:extLst>
            </p:cNvPr>
            <p:cNvSpPr/>
            <p:nvPr/>
          </p:nvSpPr>
          <p:spPr>
            <a:xfrm rot="16200000">
              <a:off x="10209954" y="787569"/>
              <a:ext cx="352213" cy="2331721"/>
            </a:xfrm>
            <a:prstGeom prst="flowChartOffpageConnector">
              <a:avLst/>
            </a:prstGeom>
            <a:solidFill>
              <a:srgbClr val="2C53A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B3A9B1B0-0C03-FD5B-8224-C5BA52F6EE0A}"/>
                </a:ext>
              </a:extLst>
            </p:cNvPr>
            <p:cNvSpPr txBox="1"/>
            <p:nvPr/>
          </p:nvSpPr>
          <p:spPr>
            <a:xfrm>
              <a:off x="9277350" y="1766535"/>
              <a:ext cx="1950720" cy="395170"/>
            </a:xfrm>
            <a:prstGeom prst="rect">
              <a:avLst/>
            </a:prstGeom>
            <a:noFill/>
          </p:spPr>
          <p:txBody>
            <a:bodyPr wrap="square" rtlCol="0">
              <a:spAutoFit/>
            </a:bodyPr>
            <a:lstStyle/>
            <a:p>
              <a:r>
                <a:rPr lang="en-US" sz="1400" dirty="0">
                  <a:solidFill>
                    <a:schemeClr val="bg1"/>
                  </a:solidFill>
                  <a:effectLst>
                    <a:outerShdw blurRad="38100" dist="38100" dir="2700000" algn="tl">
                      <a:srgbClr val="000000">
                        <a:alpha val="43137"/>
                      </a:srgbClr>
                    </a:outerShdw>
                  </a:effectLst>
                  <a:latin typeface="Segoe UI Variable Display" pitchFamily="2" charset="0"/>
                </a:rPr>
                <a:t>WORK EXPERIENCE</a:t>
              </a:r>
            </a:p>
          </p:txBody>
        </p:sp>
      </p:grpSp>
      <p:grpSp>
        <p:nvGrpSpPr>
          <p:cNvPr id="58" name="Group 57">
            <a:extLst>
              <a:ext uri="{FF2B5EF4-FFF2-40B4-BE49-F238E27FC236}">
                <a16:creationId xmlns:a16="http://schemas.microsoft.com/office/drawing/2014/main" id="{333BE2B0-679D-1C16-3722-CB919E9FB3A8}"/>
              </a:ext>
            </a:extLst>
          </p:cNvPr>
          <p:cNvGrpSpPr/>
          <p:nvPr/>
        </p:nvGrpSpPr>
        <p:grpSpPr>
          <a:xfrm>
            <a:off x="9221893" y="4985898"/>
            <a:ext cx="2331721" cy="307777"/>
            <a:chOff x="9220200" y="1764288"/>
            <a:chExt cx="2331721" cy="395170"/>
          </a:xfrm>
        </p:grpSpPr>
        <p:sp>
          <p:nvSpPr>
            <p:cNvPr id="59" name="Flowchart: Off-page Connector 58">
              <a:extLst>
                <a:ext uri="{FF2B5EF4-FFF2-40B4-BE49-F238E27FC236}">
                  <a16:creationId xmlns:a16="http://schemas.microsoft.com/office/drawing/2014/main" id="{9ECB86A8-34D1-1501-F093-EB5ED8379DFE}"/>
                </a:ext>
              </a:extLst>
            </p:cNvPr>
            <p:cNvSpPr/>
            <p:nvPr/>
          </p:nvSpPr>
          <p:spPr>
            <a:xfrm rot="16200000">
              <a:off x="10209954" y="787569"/>
              <a:ext cx="352213" cy="2331721"/>
            </a:xfrm>
            <a:prstGeom prst="flowChartOffpageConnector">
              <a:avLst/>
            </a:prstGeom>
            <a:solidFill>
              <a:srgbClr val="6085D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15795D88-A8AD-A2AB-A253-5867A789FE22}"/>
                </a:ext>
              </a:extLst>
            </p:cNvPr>
            <p:cNvSpPr txBox="1"/>
            <p:nvPr/>
          </p:nvSpPr>
          <p:spPr>
            <a:xfrm>
              <a:off x="9265920" y="1764288"/>
              <a:ext cx="1950720" cy="395170"/>
            </a:xfrm>
            <a:prstGeom prst="rect">
              <a:avLst/>
            </a:prstGeom>
            <a:noFill/>
          </p:spPr>
          <p:txBody>
            <a:bodyPr wrap="square" rtlCol="0">
              <a:spAutoFit/>
            </a:bodyPr>
            <a:lstStyle/>
            <a:p>
              <a:r>
                <a:rPr lang="en-US" sz="1400" dirty="0">
                  <a:solidFill>
                    <a:schemeClr val="bg1"/>
                  </a:solidFill>
                  <a:effectLst>
                    <a:outerShdw blurRad="38100" dist="38100" dir="2700000" algn="tl">
                      <a:srgbClr val="000000">
                        <a:alpha val="43137"/>
                      </a:srgbClr>
                    </a:outerShdw>
                  </a:effectLst>
                  <a:latin typeface="Segoe UI Variable Display" pitchFamily="2" charset="0"/>
                </a:rPr>
                <a:t>CONTRIBUTIONS</a:t>
              </a:r>
            </a:p>
          </p:txBody>
        </p:sp>
      </p:grpSp>
      <p:sp>
        <p:nvSpPr>
          <p:cNvPr id="61" name="TextBox 60">
            <a:extLst>
              <a:ext uri="{FF2B5EF4-FFF2-40B4-BE49-F238E27FC236}">
                <a16:creationId xmlns:a16="http://schemas.microsoft.com/office/drawing/2014/main" id="{895CA1D8-FF4E-989F-721C-906CDF2AB951}"/>
              </a:ext>
            </a:extLst>
          </p:cNvPr>
          <p:cNvSpPr txBox="1"/>
          <p:nvPr/>
        </p:nvSpPr>
        <p:spPr>
          <a:xfrm>
            <a:off x="9260840" y="5293675"/>
            <a:ext cx="2677159" cy="1015663"/>
          </a:xfrm>
          <a:prstGeom prst="rect">
            <a:avLst/>
          </a:prstGeom>
          <a:noFill/>
        </p:spPr>
        <p:txBody>
          <a:bodyPr wrap="square" rtlCol="0">
            <a:spAutoFit/>
          </a:bodyPr>
          <a:lstStyle/>
          <a:p>
            <a:pPr marL="91440" indent="-91440">
              <a:buFont typeface="Arial" panose="020B0604020202020204" pitchFamily="34" charset="0"/>
              <a:buChar char="•"/>
            </a:pPr>
            <a:r>
              <a:rPr lang="en-US" sz="1200" dirty="0">
                <a:effectLst>
                  <a:outerShdw blurRad="38100" dist="38100" dir="2700000" algn="tl">
                    <a:srgbClr val="000000">
                      <a:alpha val="43137"/>
                    </a:srgbClr>
                  </a:outerShdw>
                </a:effectLst>
                <a:latin typeface="Segoe UI Variable Text Semiligh" pitchFamily="2" charset="0"/>
              </a:rPr>
              <a:t>API implementation (WHO + OECD)</a:t>
            </a:r>
          </a:p>
          <a:p>
            <a:pPr marL="91440" indent="-91440">
              <a:buFont typeface="Arial" panose="020B0604020202020204" pitchFamily="34" charset="0"/>
              <a:buChar char="•"/>
            </a:pPr>
            <a:r>
              <a:rPr lang="en-US" sz="1200" dirty="0">
                <a:effectLst>
                  <a:outerShdw blurRad="38100" dist="38100" dir="2700000" algn="tl">
                    <a:srgbClr val="000000">
                      <a:alpha val="43137"/>
                    </a:srgbClr>
                  </a:outerShdw>
                </a:effectLst>
                <a:latin typeface="Segoe UI Variable Text Semiligh" pitchFamily="2" charset="0"/>
              </a:rPr>
              <a:t>Data cleaning and harmonization</a:t>
            </a:r>
          </a:p>
          <a:p>
            <a:pPr marL="91440" indent="-91440">
              <a:buFont typeface="Arial" panose="020B0604020202020204" pitchFamily="34" charset="0"/>
              <a:buChar char="•"/>
            </a:pPr>
            <a:r>
              <a:rPr lang="en-US" sz="1200" dirty="0">
                <a:effectLst>
                  <a:outerShdw blurRad="38100" dist="38100" dir="2700000" algn="tl">
                    <a:srgbClr val="000000">
                      <a:alpha val="43137"/>
                    </a:srgbClr>
                  </a:outerShdw>
                </a:effectLst>
                <a:latin typeface="Segoe UI Variable Text Semiligh" pitchFamily="2" charset="0"/>
              </a:rPr>
              <a:t>Dataset merging and validation</a:t>
            </a:r>
          </a:p>
          <a:p>
            <a:pPr marL="91440" indent="-91440">
              <a:buFont typeface="Arial" panose="020B0604020202020204" pitchFamily="34" charset="0"/>
              <a:buChar char="•"/>
            </a:pPr>
            <a:r>
              <a:rPr lang="en-US" sz="1200" dirty="0">
                <a:effectLst>
                  <a:outerShdw blurRad="38100" dist="38100" dir="2700000" algn="tl">
                    <a:srgbClr val="000000">
                      <a:alpha val="43137"/>
                    </a:srgbClr>
                  </a:outerShdw>
                </a:effectLst>
                <a:latin typeface="Segoe UI Variable Text Semiligh" pitchFamily="2" charset="0"/>
              </a:rPr>
              <a:t>Presentation slide design</a:t>
            </a:r>
          </a:p>
          <a:p>
            <a:pPr marL="91440" indent="-91440">
              <a:buFont typeface="Arial" panose="020B0604020202020204" pitchFamily="34" charset="0"/>
              <a:buChar char="•"/>
            </a:pPr>
            <a:r>
              <a:rPr lang="en-US" sz="1200" dirty="0">
                <a:effectLst>
                  <a:outerShdw blurRad="38100" dist="38100" dir="2700000" algn="tl">
                    <a:srgbClr val="000000">
                      <a:alpha val="43137"/>
                    </a:srgbClr>
                  </a:outerShdw>
                </a:effectLst>
                <a:latin typeface="Segoe UI Variable Text Semiligh" pitchFamily="2" charset="0"/>
              </a:rPr>
              <a:t>Presentation preparation</a:t>
            </a:r>
          </a:p>
        </p:txBody>
      </p:sp>
      <p:grpSp>
        <p:nvGrpSpPr>
          <p:cNvPr id="62" name="Group 61">
            <a:extLst>
              <a:ext uri="{FF2B5EF4-FFF2-40B4-BE49-F238E27FC236}">
                <a16:creationId xmlns:a16="http://schemas.microsoft.com/office/drawing/2014/main" id="{50349DE1-D89E-D093-CBED-A9E267F5BE0C}"/>
              </a:ext>
            </a:extLst>
          </p:cNvPr>
          <p:cNvGrpSpPr/>
          <p:nvPr/>
        </p:nvGrpSpPr>
        <p:grpSpPr>
          <a:xfrm>
            <a:off x="9214272" y="3920739"/>
            <a:ext cx="2331721" cy="307777"/>
            <a:chOff x="9220200" y="1764288"/>
            <a:chExt cx="2331721" cy="395170"/>
          </a:xfrm>
        </p:grpSpPr>
        <p:sp>
          <p:nvSpPr>
            <p:cNvPr id="63" name="Flowchart: Off-page Connector 62">
              <a:extLst>
                <a:ext uri="{FF2B5EF4-FFF2-40B4-BE49-F238E27FC236}">
                  <a16:creationId xmlns:a16="http://schemas.microsoft.com/office/drawing/2014/main" id="{E7D48243-F1BF-DA3C-D56E-C6E30D8F4B05}"/>
                </a:ext>
              </a:extLst>
            </p:cNvPr>
            <p:cNvSpPr/>
            <p:nvPr/>
          </p:nvSpPr>
          <p:spPr>
            <a:xfrm rot="16200000">
              <a:off x="10209954" y="787569"/>
              <a:ext cx="352213" cy="2331721"/>
            </a:xfrm>
            <a:prstGeom prst="flowChartOffpageConnector">
              <a:avLst/>
            </a:prstGeom>
            <a:solidFill>
              <a:srgbClr val="6085D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9225A9F1-136A-D1ED-1B3F-6A3E80680130}"/>
                </a:ext>
              </a:extLst>
            </p:cNvPr>
            <p:cNvSpPr txBox="1"/>
            <p:nvPr/>
          </p:nvSpPr>
          <p:spPr>
            <a:xfrm>
              <a:off x="9265920" y="1764288"/>
              <a:ext cx="1950720" cy="395170"/>
            </a:xfrm>
            <a:prstGeom prst="rect">
              <a:avLst/>
            </a:prstGeom>
            <a:noFill/>
          </p:spPr>
          <p:txBody>
            <a:bodyPr wrap="square" rtlCol="0">
              <a:spAutoFit/>
            </a:bodyPr>
            <a:lstStyle/>
            <a:p>
              <a:r>
                <a:rPr lang="en-US" sz="1400" dirty="0">
                  <a:solidFill>
                    <a:schemeClr val="bg1"/>
                  </a:solidFill>
                  <a:effectLst>
                    <a:outerShdw blurRad="38100" dist="38100" dir="2700000" algn="tl">
                      <a:srgbClr val="000000">
                        <a:alpha val="43137"/>
                      </a:srgbClr>
                    </a:outerShdw>
                  </a:effectLst>
                  <a:latin typeface="Segoe UI Variable Display" pitchFamily="2" charset="0"/>
                </a:rPr>
                <a:t>CURRENT SKILLS</a:t>
              </a:r>
            </a:p>
          </p:txBody>
        </p:sp>
      </p:grpSp>
      <p:sp>
        <p:nvSpPr>
          <p:cNvPr id="65" name="TextBox 64">
            <a:extLst>
              <a:ext uri="{FF2B5EF4-FFF2-40B4-BE49-F238E27FC236}">
                <a16:creationId xmlns:a16="http://schemas.microsoft.com/office/drawing/2014/main" id="{EBE694A6-2C2C-B23D-5B6D-9D9E24BDD5C5}"/>
              </a:ext>
            </a:extLst>
          </p:cNvPr>
          <p:cNvSpPr txBox="1"/>
          <p:nvPr/>
        </p:nvSpPr>
        <p:spPr>
          <a:xfrm>
            <a:off x="9267613" y="4228516"/>
            <a:ext cx="2553548" cy="646331"/>
          </a:xfrm>
          <a:prstGeom prst="rect">
            <a:avLst/>
          </a:prstGeom>
          <a:noFill/>
        </p:spPr>
        <p:txBody>
          <a:bodyPr wrap="square" rtlCol="0">
            <a:spAutoFit/>
          </a:bodyPr>
          <a:lstStyle/>
          <a:p>
            <a:r>
              <a:rPr lang="en-US" sz="1200" dirty="0">
                <a:effectLst>
                  <a:outerShdw blurRad="38100" dist="38100" dir="2700000" algn="tl">
                    <a:srgbClr val="000000">
                      <a:alpha val="43137"/>
                    </a:srgbClr>
                  </a:outerShdw>
                </a:effectLst>
                <a:latin typeface="Segoe UI Variable Text Semiligh" pitchFamily="2" charset="0"/>
              </a:rPr>
              <a:t>Python, MS Office, </a:t>
            </a:r>
            <a:br>
              <a:rPr lang="en-US" sz="1200" dirty="0">
                <a:effectLst>
                  <a:outerShdw blurRad="38100" dist="38100" dir="2700000" algn="tl">
                    <a:srgbClr val="000000">
                      <a:alpha val="43137"/>
                    </a:srgbClr>
                  </a:outerShdw>
                </a:effectLst>
                <a:latin typeface="Segoe UI Variable Text Semiligh" pitchFamily="2" charset="0"/>
              </a:rPr>
            </a:br>
            <a:r>
              <a:rPr lang="en-US" sz="1200" dirty="0">
                <a:effectLst>
                  <a:outerShdw blurRad="38100" dist="38100" dir="2700000" algn="tl">
                    <a:srgbClr val="000000">
                      <a:alpha val="43137"/>
                    </a:srgbClr>
                  </a:outerShdw>
                </a:effectLst>
                <a:latin typeface="Segoe UI Variable Text Semiligh" pitchFamily="2" charset="0"/>
              </a:rPr>
              <a:t>project management, documentation/technical writing</a:t>
            </a:r>
          </a:p>
        </p:txBody>
      </p:sp>
      <p:grpSp>
        <p:nvGrpSpPr>
          <p:cNvPr id="66" name="Group 65">
            <a:extLst>
              <a:ext uri="{FF2B5EF4-FFF2-40B4-BE49-F238E27FC236}">
                <a16:creationId xmlns:a16="http://schemas.microsoft.com/office/drawing/2014/main" id="{E106D2DA-4702-6C3D-0CF0-B12064CDCB07}"/>
              </a:ext>
            </a:extLst>
          </p:cNvPr>
          <p:cNvGrpSpPr/>
          <p:nvPr/>
        </p:nvGrpSpPr>
        <p:grpSpPr>
          <a:xfrm>
            <a:off x="6341109" y="3897435"/>
            <a:ext cx="2331721" cy="307777"/>
            <a:chOff x="9220200" y="1766535"/>
            <a:chExt cx="2331721" cy="395170"/>
          </a:xfrm>
        </p:grpSpPr>
        <p:sp>
          <p:nvSpPr>
            <p:cNvPr id="67" name="Flowchart: Off-page Connector 66">
              <a:extLst>
                <a:ext uri="{FF2B5EF4-FFF2-40B4-BE49-F238E27FC236}">
                  <a16:creationId xmlns:a16="http://schemas.microsoft.com/office/drawing/2014/main" id="{EC1DB546-6412-AE98-7977-2554F5FFE332}"/>
                </a:ext>
              </a:extLst>
            </p:cNvPr>
            <p:cNvSpPr/>
            <p:nvPr/>
          </p:nvSpPr>
          <p:spPr>
            <a:xfrm rot="16200000">
              <a:off x="10209954" y="787569"/>
              <a:ext cx="352213" cy="2331721"/>
            </a:xfrm>
            <a:prstGeom prst="flowChartOffpageConnector">
              <a:avLst/>
            </a:prstGeom>
            <a:solidFill>
              <a:srgbClr val="2C53A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B0304C9C-1D8E-7158-1F21-C69F53B411DF}"/>
                </a:ext>
              </a:extLst>
            </p:cNvPr>
            <p:cNvSpPr txBox="1"/>
            <p:nvPr/>
          </p:nvSpPr>
          <p:spPr>
            <a:xfrm>
              <a:off x="9277350" y="1766535"/>
              <a:ext cx="1950720" cy="395170"/>
            </a:xfrm>
            <a:prstGeom prst="rect">
              <a:avLst/>
            </a:prstGeom>
            <a:noFill/>
          </p:spPr>
          <p:txBody>
            <a:bodyPr wrap="square" rtlCol="0">
              <a:spAutoFit/>
            </a:bodyPr>
            <a:lstStyle/>
            <a:p>
              <a:r>
                <a:rPr lang="en-US" sz="1400" dirty="0">
                  <a:solidFill>
                    <a:schemeClr val="bg1"/>
                  </a:solidFill>
                  <a:effectLst>
                    <a:outerShdw blurRad="38100" dist="38100" dir="2700000" algn="tl">
                      <a:srgbClr val="000000">
                        <a:alpha val="43137"/>
                      </a:srgbClr>
                    </a:outerShdw>
                  </a:effectLst>
                  <a:latin typeface="Segoe UI Variable Display" pitchFamily="2" charset="0"/>
                </a:rPr>
                <a:t>CURRENT SKILLS</a:t>
              </a:r>
            </a:p>
          </p:txBody>
        </p:sp>
      </p:grpSp>
      <p:grpSp>
        <p:nvGrpSpPr>
          <p:cNvPr id="69" name="Group 68">
            <a:extLst>
              <a:ext uri="{FF2B5EF4-FFF2-40B4-BE49-F238E27FC236}">
                <a16:creationId xmlns:a16="http://schemas.microsoft.com/office/drawing/2014/main" id="{0759775E-4350-D6F3-985E-88F9BAB38AE8}"/>
              </a:ext>
            </a:extLst>
          </p:cNvPr>
          <p:cNvGrpSpPr/>
          <p:nvPr/>
        </p:nvGrpSpPr>
        <p:grpSpPr>
          <a:xfrm>
            <a:off x="6341109" y="4972784"/>
            <a:ext cx="2331721" cy="307777"/>
            <a:chOff x="9220200" y="1766535"/>
            <a:chExt cx="2331721" cy="395170"/>
          </a:xfrm>
        </p:grpSpPr>
        <p:sp>
          <p:nvSpPr>
            <p:cNvPr id="70" name="Flowchart: Off-page Connector 69">
              <a:extLst>
                <a:ext uri="{FF2B5EF4-FFF2-40B4-BE49-F238E27FC236}">
                  <a16:creationId xmlns:a16="http://schemas.microsoft.com/office/drawing/2014/main" id="{991DAB7E-863F-E14D-AD0E-3FFA4529C7E2}"/>
                </a:ext>
              </a:extLst>
            </p:cNvPr>
            <p:cNvSpPr/>
            <p:nvPr/>
          </p:nvSpPr>
          <p:spPr>
            <a:xfrm rot="16200000">
              <a:off x="10209954" y="787569"/>
              <a:ext cx="352213" cy="2331721"/>
            </a:xfrm>
            <a:prstGeom prst="flowChartOffpageConnector">
              <a:avLst/>
            </a:prstGeom>
            <a:solidFill>
              <a:srgbClr val="2C53A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a:extLst>
                <a:ext uri="{FF2B5EF4-FFF2-40B4-BE49-F238E27FC236}">
                  <a16:creationId xmlns:a16="http://schemas.microsoft.com/office/drawing/2014/main" id="{9E584E2F-4495-F454-360E-759C32D3EEFF}"/>
                </a:ext>
              </a:extLst>
            </p:cNvPr>
            <p:cNvSpPr txBox="1"/>
            <p:nvPr/>
          </p:nvSpPr>
          <p:spPr>
            <a:xfrm>
              <a:off x="9277350" y="1766535"/>
              <a:ext cx="1950720" cy="395170"/>
            </a:xfrm>
            <a:prstGeom prst="rect">
              <a:avLst/>
            </a:prstGeom>
            <a:noFill/>
          </p:spPr>
          <p:txBody>
            <a:bodyPr wrap="square" rtlCol="0">
              <a:spAutoFit/>
            </a:bodyPr>
            <a:lstStyle/>
            <a:p>
              <a:r>
                <a:rPr lang="en-US" sz="1400" dirty="0">
                  <a:solidFill>
                    <a:schemeClr val="bg1"/>
                  </a:solidFill>
                  <a:effectLst>
                    <a:outerShdw blurRad="38100" dist="38100" dir="2700000" algn="tl">
                      <a:srgbClr val="000000">
                        <a:alpha val="43137"/>
                      </a:srgbClr>
                    </a:outerShdw>
                  </a:effectLst>
                  <a:latin typeface="Segoe UI Variable Display" pitchFamily="2" charset="0"/>
                </a:rPr>
                <a:t>CONTRIBUTIONS</a:t>
              </a:r>
            </a:p>
          </p:txBody>
        </p:sp>
      </p:grpSp>
      <p:sp>
        <p:nvSpPr>
          <p:cNvPr id="72" name="TextBox 71">
            <a:extLst>
              <a:ext uri="{FF2B5EF4-FFF2-40B4-BE49-F238E27FC236}">
                <a16:creationId xmlns:a16="http://schemas.microsoft.com/office/drawing/2014/main" id="{44FF3B39-E115-1E81-2E74-4983AA2DC3FE}"/>
              </a:ext>
            </a:extLst>
          </p:cNvPr>
          <p:cNvSpPr txBox="1"/>
          <p:nvPr/>
        </p:nvSpPr>
        <p:spPr>
          <a:xfrm>
            <a:off x="6396990" y="2095964"/>
            <a:ext cx="2567940" cy="276999"/>
          </a:xfrm>
          <a:prstGeom prst="rect">
            <a:avLst/>
          </a:prstGeom>
          <a:noFill/>
        </p:spPr>
        <p:txBody>
          <a:bodyPr wrap="square" rtlCol="0">
            <a:spAutoFit/>
          </a:bodyPr>
          <a:lstStyle/>
          <a:p>
            <a:r>
              <a:rPr lang="en-US" sz="1200" dirty="0">
                <a:effectLst>
                  <a:outerShdw blurRad="38100" dist="38100" dir="2700000" algn="tl">
                    <a:srgbClr val="000000">
                      <a:alpha val="43137"/>
                    </a:srgbClr>
                  </a:outerShdw>
                </a:effectLst>
                <a:latin typeface="Segoe UI Variable Text Semiligh" pitchFamily="2" charset="0"/>
              </a:rPr>
              <a:t>MS in Data Science</a:t>
            </a:r>
            <a:endParaRPr lang="en-US" sz="1200" dirty="0"/>
          </a:p>
        </p:txBody>
      </p:sp>
      <p:sp>
        <p:nvSpPr>
          <p:cNvPr id="74" name="TextBox 73">
            <a:extLst>
              <a:ext uri="{FF2B5EF4-FFF2-40B4-BE49-F238E27FC236}">
                <a16:creationId xmlns:a16="http://schemas.microsoft.com/office/drawing/2014/main" id="{8DEFADA8-8E35-18F7-39B3-075520349DA1}"/>
              </a:ext>
            </a:extLst>
          </p:cNvPr>
          <p:cNvSpPr txBox="1"/>
          <p:nvPr/>
        </p:nvSpPr>
        <p:spPr>
          <a:xfrm>
            <a:off x="6380481" y="4232165"/>
            <a:ext cx="2553548" cy="646331"/>
          </a:xfrm>
          <a:prstGeom prst="rect">
            <a:avLst/>
          </a:prstGeom>
          <a:noFill/>
        </p:spPr>
        <p:txBody>
          <a:bodyPr wrap="square" rtlCol="0">
            <a:spAutoFit/>
          </a:bodyPr>
          <a:lstStyle/>
          <a:p>
            <a:r>
              <a:rPr lang="en-US" sz="1200" dirty="0">
                <a:effectLst>
                  <a:outerShdw blurRad="38100" dist="38100" dir="2700000" algn="tl">
                    <a:srgbClr val="000000">
                      <a:alpha val="43137"/>
                    </a:srgbClr>
                  </a:outerShdw>
                </a:effectLst>
                <a:latin typeface="Segoe UI Variable Text Semiligh" pitchFamily="2" charset="0"/>
              </a:rPr>
              <a:t>Beginner Python developer; EPIC EHR data analysis and auditing via system queries/slicing and Excel</a:t>
            </a:r>
          </a:p>
        </p:txBody>
      </p:sp>
      <p:sp>
        <p:nvSpPr>
          <p:cNvPr id="75" name="TextBox 74">
            <a:extLst>
              <a:ext uri="{FF2B5EF4-FFF2-40B4-BE49-F238E27FC236}">
                <a16:creationId xmlns:a16="http://schemas.microsoft.com/office/drawing/2014/main" id="{F87A2653-7930-B7C6-CF04-3A6441F7B6FA}"/>
              </a:ext>
            </a:extLst>
          </p:cNvPr>
          <p:cNvSpPr txBox="1"/>
          <p:nvPr/>
        </p:nvSpPr>
        <p:spPr>
          <a:xfrm>
            <a:off x="6380481" y="5293675"/>
            <a:ext cx="2560320" cy="830997"/>
          </a:xfrm>
          <a:prstGeom prst="rect">
            <a:avLst/>
          </a:prstGeom>
          <a:noFill/>
        </p:spPr>
        <p:txBody>
          <a:bodyPr wrap="square" rtlCol="0">
            <a:spAutoFit/>
          </a:bodyPr>
          <a:lstStyle/>
          <a:p>
            <a:pPr marL="91440" indent="-91440">
              <a:buFont typeface="Arial" panose="020B0604020202020204" pitchFamily="34" charset="0"/>
              <a:buChar char="•"/>
            </a:pPr>
            <a:r>
              <a:rPr lang="en-US" sz="1200" dirty="0">
                <a:effectLst>
                  <a:outerShdw blurRad="38100" dist="38100" dir="2700000" algn="tl">
                    <a:srgbClr val="000000">
                      <a:alpha val="43137"/>
                    </a:srgbClr>
                  </a:outerShdw>
                </a:effectLst>
                <a:latin typeface="Segoe UI Variable Text Semiligh" pitchFamily="2" charset="0"/>
              </a:rPr>
              <a:t>Documentation write-up (README) </a:t>
            </a:r>
          </a:p>
          <a:p>
            <a:pPr marL="91440" indent="-91440">
              <a:buFont typeface="Arial" panose="020B0604020202020204" pitchFamily="34" charset="0"/>
              <a:buChar char="•"/>
            </a:pPr>
            <a:r>
              <a:rPr lang="en-US" sz="1200" dirty="0">
                <a:effectLst>
                  <a:outerShdw blurRad="38100" dist="38100" dir="2700000" algn="tl">
                    <a:srgbClr val="000000">
                      <a:alpha val="43137"/>
                    </a:srgbClr>
                  </a:outerShdw>
                </a:effectLst>
                <a:latin typeface="Segoe UI Variable Text Semiligh" pitchFamily="2" charset="0"/>
              </a:rPr>
              <a:t>Presentation preparation</a:t>
            </a:r>
          </a:p>
          <a:p>
            <a:endParaRPr lang="en-US" sz="1200" dirty="0">
              <a:effectLst>
                <a:outerShdw blurRad="38100" dist="38100" dir="2700000" algn="tl">
                  <a:srgbClr val="000000">
                    <a:alpha val="43137"/>
                  </a:srgbClr>
                </a:outerShdw>
              </a:effectLst>
              <a:latin typeface="Segoe UI Variable Text Semiligh" pitchFamily="2" charset="0"/>
            </a:endParaRPr>
          </a:p>
        </p:txBody>
      </p:sp>
      <p:grpSp>
        <p:nvGrpSpPr>
          <p:cNvPr id="76" name="Group 75">
            <a:extLst>
              <a:ext uri="{FF2B5EF4-FFF2-40B4-BE49-F238E27FC236}">
                <a16:creationId xmlns:a16="http://schemas.microsoft.com/office/drawing/2014/main" id="{1242A4AD-C0F1-7717-8EE2-8118D0F7925B}"/>
              </a:ext>
            </a:extLst>
          </p:cNvPr>
          <p:cNvGrpSpPr/>
          <p:nvPr/>
        </p:nvGrpSpPr>
        <p:grpSpPr>
          <a:xfrm>
            <a:off x="3409950" y="2500011"/>
            <a:ext cx="2331721" cy="307777"/>
            <a:chOff x="9220200" y="1759694"/>
            <a:chExt cx="2331721" cy="395170"/>
          </a:xfrm>
        </p:grpSpPr>
        <p:sp>
          <p:nvSpPr>
            <p:cNvPr id="77" name="Flowchart: Off-page Connector 76">
              <a:extLst>
                <a:ext uri="{FF2B5EF4-FFF2-40B4-BE49-F238E27FC236}">
                  <a16:creationId xmlns:a16="http://schemas.microsoft.com/office/drawing/2014/main" id="{38CC460E-C054-3BE4-0906-E65B9F747A52}"/>
                </a:ext>
              </a:extLst>
            </p:cNvPr>
            <p:cNvSpPr/>
            <p:nvPr/>
          </p:nvSpPr>
          <p:spPr>
            <a:xfrm rot="16200000">
              <a:off x="10209954" y="787569"/>
              <a:ext cx="352213" cy="2331721"/>
            </a:xfrm>
            <a:prstGeom prst="flowChartOffpageConnector">
              <a:avLst/>
            </a:prstGeom>
            <a:solidFill>
              <a:srgbClr val="203C7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CE0E2D00-920E-8984-35FD-FD248567978E}"/>
                </a:ext>
              </a:extLst>
            </p:cNvPr>
            <p:cNvSpPr txBox="1"/>
            <p:nvPr/>
          </p:nvSpPr>
          <p:spPr>
            <a:xfrm>
              <a:off x="9237557" y="1759694"/>
              <a:ext cx="1950720" cy="395170"/>
            </a:xfrm>
            <a:prstGeom prst="rect">
              <a:avLst/>
            </a:prstGeom>
            <a:noFill/>
          </p:spPr>
          <p:txBody>
            <a:bodyPr wrap="square" rtlCol="0">
              <a:spAutoFit/>
            </a:bodyPr>
            <a:lstStyle/>
            <a:p>
              <a:r>
                <a:rPr lang="en-US" sz="1400" dirty="0">
                  <a:solidFill>
                    <a:schemeClr val="bg1"/>
                  </a:solidFill>
                  <a:effectLst>
                    <a:outerShdw blurRad="38100" dist="38100" dir="2700000" algn="tl">
                      <a:srgbClr val="000000">
                        <a:alpha val="43137"/>
                      </a:srgbClr>
                    </a:outerShdw>
                  </a:effectLst>
                  <a:latin typeface="Segoe UI Variable Display" pitchFamily="2" charset="0"/>
                </a:rPr>
                <a:t>WORK EXPERIENCE</a:t>
              </a:r>
            </a:p>
          </p:txBody>
        </p:sp>
      </p:grpSp>
      <p:grpSp>
        <p:nvGrpSpPr>
          <p:cNvPr id="79" name="Group 78">
            <a:extLst>
              <a:ext uri="{FF2B5EF4-FFF2-40B4-BE49-F238E27FC236}">
                <a16:creationId xmlns:a16="http://schemas.microsoft.com/office/drawing/2014/main" id="{C910533F-EDC4-99D5-147E-773A10559AD9}"/>
              </a:ext>
            </a:extLst>
          </p:cNvPr>
          <p:cNvGrpSpPr/>
          <p:nvPr/>
        </p:nvGrpSpPr>
        <p:grpSpPr>
          <a:xfrm>
            <a:off x="3409950" y="3889108"/>
            <a:ext cx="2331721" cy="307777"/>
            <a:chOff x="9220200" y="1759694"/>
            <a:chExt cx="2331721" cy="395170"/>
          </a:xfrm>
        </p:grpSpPr>
        <p:sp>
          <p:nvSpPr>
            <p:cNvPr id="80" name="Flowchart: Off-page Connector 79">
              <a:extLst>
                <a:ext uri="{FF2B5EF4-FFF2-40B4-BE49-F238E27FC236}">
                  <a16:creationId xmlns:a16="http://schemas.microsoft.com/office/drawing/2014/main" id="{EDDA47B1-9043-4996-8095-9D6A56674277}"/>
                </a:ext>
              </a:extLst>
            </p:cNvPr>
            <p:cNvSpPr/>
            <p:nvPr/>
          </p:nvSpPr>
          <p:spPr>
            <a:xfrm rot="16200000">
              <a:off x="10209954" y="787569"/>
              <a:ext cx="352213" cy="2331721"/>
            </a:xfrm>
            <a:prstGeom prst="flowChartOffpageConnector">
              <a:avLst/>
            </a:prstGeom>
            <a:solidFill>
              <a:srgbClr val="203C7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E778C280-8AF3-0C24-2975-F2A55A6D69AE}"/>
                </a:ext>
              </a:extLst>
            </p:cNvPr>
            <p:cNvSpPr txBox="1"/>
            <p:nvPr/>
          </p:nvSpPr>
          <p:spPr>
            <a:xfrm>
              <a:off x="9237557" y="1759694"/>
              <a:ext cx="1950720" cy="395170"/>
            </a:xfrm>
            <a:prstGeom prst="rect">
              <a:avLst/>
            </a:prstGeom>
            <a:noFill/>
          </p:spPr>
          <p:txBody>
            <a:bodyPr wrap="square" rtlCol="0">
              <a:spAutoFit/>
            </a:bodyPr>
            <a:lstStyle/>
            <a:p>
              <a:r>
                <a:rPr lang="en-US" sz="1400" dirty="0">
                  <a:solidFill>
                    <a:schemeClr val="bg1"/>
                  </a:solidFill>
                  <a:effectLst>
                    <a:outerShdw blurRad="38100" dist="38100" dir="2700000" algn="tl">
                      <a:srgbClr val="000000">
                        <a:alpha val="43137"/>
                      </a:srgbClr>
                    </a:outerShdw>
                  </a:effectLst>
                  <a:latin typeface="Segoe UI Variable Display" pitchFamily="2" charset="0"/>
                </a:rPr>
                <a:t>CURRENT SKILLS</a:t>
              </a:r>
            </a:p>
          </p:txBody>
        </p:sp>
      </p:grpSp>
      <p:grpSp>
        <p:nvGrpSpPr>
          <p:cNvPr id="82" name="Group 81">
            <a:extLst>
              <a:ext uri="{FF2B5EF4-FFF2-40B4-BE49-F238E27FC236}">
                <a16:creationId xmlns:a16="http://schemas.microsoft.com/office/drawing/2014/main" id="{E8D6625E-DC87-9160-19B8-FE8307323108}"/>
              </a:ext>
            </a:extLst>
          </p:cNvPr>
          <p:cNvGrpSpPr/>
          <p:nvPr/>
        </p:nvGrpSpPr>
        <p:grpSpPr>
          <a:xfrm>
            <a:off x="3401480" y="4972784"/>
            <a:ext cx="2331721" cy="307777"/>
            <a:chOff x="9220200" y="1759694"/>
            <a:chExt cx="2331721" cy="395170"/>
          </a:xfrm>
        </p:grpSpPr>
        <p:sp>
          <p:nvSpPr>
            <p:cNvPr id="83" name="Flowchart: Off-page Connector 82">
              <a:extLst>
                <a:ext uri="{FF2B5EF4-FFF2-40B4-BE49-F238E27FC236}">
                  <a16:creationId xmlns:a16="http://schemas.microsoft.com/office/drawing/2014/main" id="{4F7A5C45-0218-615B-8473-85B8B635DA89}"/>
                </a:ext>
              </a:extLst>
            </p:cNvPr>
            <p:cNvSpPr/>
            <p:nvPr/>
          </p:nvSpPr>
          <p:spPr>
            <a:xfrm rot="16200000">
              <a:off x="10209954" y="787569"/>
              <a:ext cx="352213" cy="2331721"/>
            </a:xfrm>
            <a:prstGeom prst="flowChartOffpageConnector">
              <a:avLst/>
            </a:prstGeom>
            <a:solidFill>
              <a:srgbClr val="203C7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TextBox 83">
              <a:extLst>
                <a:ext uri="{FF2B5EF4-FFF2-40B4-BE49-F238E27FC236}">
                  <a16:creationId xmlns:a16="http://schemas.microsoft.com/office/drawing/2014/main" id="{F910407D-7A42-1258-975F-2CBCD1687ACC}"/>
                </a:ext>
              </a:extLst>
            </p:cNvPr>
            <p:cNvSpPr txBox="1"/>
            <p:nvPr/>
          </p:nvSpPr>
          <p:spPr>
            <a:xfrm>
              <a:off x="9237557" y="1759694"/>
              <a:ext cx="1950720" cy="395170"/>
            </a:xfrm>
            <a:prstGeom prst="rect">
              <a:avLst/>
            </a:prstGeom>
            <a:noFill/>
          </p:spPr>
          <p:txBody>
            <a:bodyPr wrap="square" rtlCol="0">
              <a:spAutoFit/>
            </a:bodyPr>
            <a:lstStyle/>
            <a:p>
              <a:r>
                <a:rPr lang="en-US" sz="1400" dirty="0">
                  <a:solidFill>
                    <a:schemeClr val="bg1"/>
                  </a:solidFill>
                  <a:effectLst>
                    <a:outerShdw blurRad="38100" dist="38100" dir="2700000" algn="tl">
                      <a:srgbClr val="000000">
                        <a:alpha val="43137"/>
                      </a:srgbClr>
                    </a:outerShdw>
                  </a:effectLst>
                  <a:latin typeface="Segoe UI Variable Display" pitchFamily="2" charset="0"/>
                </a:rPr>
                <a:t>CONTRIBUTIONS</a:t>
              </a:r>
            </a:p>
          </p:txBody>
        </p:sp>
      </p:grpSp>
      <p:sp>
        <p:nvSpPr>
          <p:cNvPr id="85" name="TextBox 84">
            <a:extLst>
              <a:ext uri="{FF2B5EF4-FFF2-40B4-BE49-F238E27FC236}">
                <a16:creationId xmlns:a16="http://schemas.microsoft.com/office/drawing/2014/main" id="{0E916493-2516-171A-C43C-D287825C3BB7}"/>
              </a:ext>
            </a:extLst>
          </p:cNvPr>
          <p:cNvSpPr txBox="1"/>
          <p:nvPr/>
        </p:nvSpPr>
        <p:spPr>
          <a:xfrm>
            <a:off x="3451860" y="5293675"/>
            <a:ext cx="2560320" cy="830997"/>
          </a:xfrm>
          <a:prstGeom prst="rect">
            <a:avLst/>
          </a:prstGeom>
          <a:noFill/>
        </p:spPr>
        <p:txBody>
          <a:bodyPr wrap="square" rtlCol="0">
            <a:spAutoFit/>
          </a:bodyPr>
          <a:lstStyle/>
          <a:p>
            <a:pPr marL="91440" indent="-91440">
              <a:buFont typeface="Arial" panose="020B0604020202020204" pitchFamily="34" charset="0"/>
              <a:buChar char="•"/>
            </a:pPr>
            <a:r>
              <a:rPr lang="en-US" sz="1200" dirty="0">
                <a:effectLst>
                  <a:outerShdw blurRad="38100" dist="38100" dir="2700000" algn="tl">
                    <a:srgbClr val="000000">
                      <a:alpha val="43137"/>
                    </a:srgbClr>
                  </a:outerShdw>
                </a:effectLst>
                <a:latin typeface="Segoe UI Variable Text Semiligh" pitchFamily="2" charset="0"/>
              </a:rPr>
              <a:t>Data verification</a:t>
            </a:r>
          </a:p>
          <a:p>
            <a:pPr marL="91440" indent="-91440">
              <a:buFont typeface="Arial" panose="020B0604020202020204" pitchFamily="34" charset="0"/>
              <a:buChar char="•"/>
            </a:pPr>
            <a:r>
              <a:rPr lang="en-US" sz="1200" dirty="0">
                <a:effectLst>
                  <a:outerShdw blurRad="38100" dist="38100" dir="2700000" algn="tl">
                    <a:srgbClr val="000000">
                      <a:alpha val="43137"/>
                    </a:srgbClr>
                  </a:outerShdw>
                </a:effectLst>
                <a:latin typeface="Segoe UI Variable Text Semiligh" pitchFamily="2" charset="0"/>
              </a:rPr>
              <a:t>Visualization and interpretation</a:t>
            </a:r>
          </a:p>
          <a:p>
            <a:pPr marL="91440" indent="-91440">
              <a:buFont typeface="Arial" panose="020B0604020202020204" pitchFamily="34" charset="0"/>
              <a:buChar char="•"/>
            </a:pPr>
            <a:r>
              <a:rPr lang="en-US" sz="1200" dirty="0">
                <a:effectLst>
                  <a:outerShdw blurRad="38100" dist="38100" dir="2700000" algn="tl">
                    <a:srgbClr val="000000">
                      <a:alpha val="43137"/>
                    </a:srgbClr>
                  </a:outerShdw>
                </a:effectLst>
                <a:latin typeface="Segoe UI Variable Text Semiligh" pitchFamily="2" charset="0"/>
              </a:rPr>
              <a:t>Presentation preparation</a:t>
            </a:r>
          </a:p>
          <a:p>
            <a:endParaRPr lang="en-US" sz="1200" dirty="0">
              <a:effectLst>
                <a:outerShdw blurRad="38100" dist="38100" dir="2700000" algn="tl">
                  <a:srgbClr val="000000">
                    <a:alpha val="43137"/>
                  </a:srgbClr>
                </a:outerShdw>
              </a:effectLst>
              <a:latin typeface="Segoe UI Variable Text Semiligh" pitchFamily="2" charset="0"/>
            </a:endParaRPr>
          </a:p>
        </p:txBody>
      </p:sp>
      <p:sp>
        <p:nvSpPr>
          <p:cNvPr id="86" name="TextBox 85">
            <a:extLst>
              <a:ext uri="{FF2B5EF4-FFF2-40B4-BE49-F238E27FC236}">
                <a16:creationId xmlns:a16="http://schemas.microsoft.com/office/drawing/2014/main" id="{8DEE6725-4382-1E63-053B-83BECFAA9B23}"/>
              </a:ext>
            </a:extLst>
          </p:cNvPr>
          <p:cNvSpPr txBox="1"/>
          <p:nvPr/>
        </p:nvSpPr>
        <p:spPr>
          <a:xfrm>
            <a:off x="3451860" y="4239337"/>
            <a:ext cx="2553548" cy="646331"/>
          </a:xfrm>
          <a:prstGeom prst="rect">
            <a:avLst/>
          </a:prstGeom>
          <a:noFill/>
        </p:spPr>
        <p:txBody>
          <a:bodyPr wrap="square" rtlCol="0">
            <a:spAutoFit/>
          </a:bodyPr>
          <a:lstStyle/>
          <a:p>
            <a:r>
              <a:rPr lang="en-US" sz="1200" dirty="0">
                <a:effectLst>
                  <a:outerShdw blurRad="38100" dist="38100" dir="2700000" algn="tl">
                    <a:srgbClr val="000000">
                      <a:alpha val="43137"/>
                    </a:srgbClr>
                  </a:outerShdw>
                </a:effectLst>
                <a:latin typeface="Segoe UI Variable Text Semiligh" pitchFamily="2" charset="0"/>
              </a:rPr>
              <a:t>Python, Java, SQL, C, HTML/CSS, </a:t>
            </a:r>
            <a:r>
              <a:rPr lang="en-US" sz="1200" dirty="0" err="1">
                <a:effectLst>
                  <a:outerShdw blurRad="38100" dist="38100" dir="2700000" algn="tl">
                    <a:srgbClr val="000000">
                      <a:alpha val="43137"/>
                    </a:srgbClr>
                  </a:outerShdw>
                </a:effectLst>
                <a:latin typeface="Segoe UI Variable Text Semiligh" pitchFamily="2" charset="0"/>
              </a:rPr>
              <a:t>FastAPI</a:t>
            </a:r>
            <a:r>
              <a:rPr lang="en-US" sz="1200" dirty="0">
                <a:effectLst>
                  <a:outerShdw blurRad="38100" dist="38100" dir="2700000" algn="tl">
                    <a:srgbClr val="000000">
                      <a:alpha val="43137"/>
                    </a:srgbClr>
                  </a:outerShdw>
                </a:effectLst>
                <a:latin typeface="Segoe UI Variable Text Semiligh" pitchFamily="2" charset="0"/>
              </a:rPr>
              <a:t>, MS Office, LaTeX, MongoDB (database)</a:t>
            </a:r>
          </a:p>
        </p:txBody>
      </p:sp>
      <p:sp>
        <p:nvSpPr>
          <p:cNvPr id="87" name="TextBox 86">
            <a:extLst>
              <a:ext uri="{FF2B5EF4-FFF2-40B4-BE49-F238E27FC236}">
                <a16:creationId xmlns:a16="http://schemas.microsoft.com/office/drawing/2014/main" id="{B4EE13CA-1E9E-4472-3D95-B62EBF876433}"/>
              </a:ext>
            </a:extLst>
          </p:cNvPr>
          <p:cNvSpPr txBox="1"/>
          <p:nvPr/>
        </p:nvSpPr>
        <p:spPr>
          <a:xfrm>
            <a:off x="3455670" y="2101617"/>
            <a:ext cx="2567940" cy="276999"/>
          </a:xfrm>
          <a:prstGeom prst="rect">
            <a:avLst/>
          </a:prstGeom>
          <a:noFill/>
        </p:spPr>
        <p:txBody>
          <a:bodyPr wrap="square" rtlCol="0">
            <a:spAutoFit/>
          </a:bodyPr>
          <a:lstStyle/>
          <a:p>
            <a:r>
              <a:rPr lang="en-US" sz="1200" dirty="0">
                <a:effectLst>
                  <a:outerShdw blurRad="38100" dist="38100" dir="2700000" algn="tl">
                    <a:srgbClr val="000000">
                      <a:alpha val="43137"/>
                    </a:srgbClr>
                  </a:outerShdw>
                </a:effectLst>
                <a:latin typeface="Segoe UI Variable Text Semiligh" pitchFamily="2" charset="0"/>
              </a:rPr>
              <a:t>MS in AI &amp; Machine Learning</a:t>
            </a:r>
            <a:endParaRPr lang="en-US" sz="1200" dirty="0"/>
          </a:p>
        </p:txBody>
      </p:sp>
      <p:sp>
        <p:nvSpPr>
          <p:cNvPr id="88" name="TextBox 87">
            <a:extLst>
              <a:ext uri="{FF2B5EF4-FFF2-40B4-BE49-F238E27FC236}">
                <a16:creationId xmlns:a16="http://schemas.microsoft.com/office/drawing/2014/main" id="{967A241D-8EAA-7CBC-40FB-A92E84D838B0}"/>
              </a:ext>
            </a:extLst>
          </p:cNvPr>
          <p:cNvSpPr txBox="1"/>
          <p:nvPr/>
        </p:nvSpPr>
        <p:spPr>
          <a:xfrm>
            <a:off x="492760" y="2101617"/>
            <a:ext cx="2567940" cy="276999"/>
          </a:xfrm>
          <a:prstGeom prst="rect">
            <a:avLst/>
          </a:prstGeom>
          <a:noFill/>
        </p:spPr>
        <p:txBody>
          <a:bodyPr wrap="square" rtlCol="0">
            <a:spAutoFit/>
          </a:bodyPr>
          <a:lstStyle/>
          <a:p>
            <a:r>
              <a:rPr lang="en-US" sz="1200" dirty="0">
                <a:effectLst>
                  <a:outerShdw blurRad="38100" dist="38100" dir="2700000" algn="tl">
                    <a:srgbClr val="000000">
                      <a:alpha val="43137"/>
                    </a:srgbClr>
                  </a:outerShdw>
                </a:effectLst>
                <a:latin typeface="Segoe UI Variable Text Semiligh" pitchFamily="2" charset="0"/>
              </a:rPr>
              <a:t>MS in AI &amp; Machine Learning</a:t>
            </a:r>
            <a:endParaRPr lang="en-US" sz="1200" dirty="0"/>
          </a:p>
        </p:txBody>
      </p:sp>
      <p:grpSp>
        <p:nvGrpSpPr>
          <p:cNvPr id="89" name="Group 88">
            <a:extLst>
              <a:ext uri="{FF2B5EF4-FFF2-40B4-BE49-F238E27FC236}">
                <a16:creationId xmlns:a16="http://schemas.microsoft.com/office/drawing/2014/main" id="{9CDDB0BE-81CD-00FA-96F4-A200ABB301BF}"/>
              </a:ext>
            </a:extLst>
          </p:cNvPr>
          <p:cNvGrpSpPr/>
          <p:nvPr/>
        </p:nvGrpSpPr>
        <p:grpSpPr>
          <a:xfrm>
            <a:off x="430108" y="2513741"/>
            <a:ext cx="2331721" cy="307777"/>
            <a:chOff x="9220200" y="1766534"/>
            <a:chExt cx="2331721" cy="395170"/>
          </a:xfrm>
        </p:grpSpPr>
        <p:sp>
          <p:nvSpPr>
            <p:cNvPr id="90" name="Flowchart: Off-page Connector 89">
              <a:extLst>
                <a:ext uri="{FF2B5EF4-FFF2-40B4-BE49-F238E27FC236}">
                  <a16:creationId xmlns:a16="http://schemas.microsoft.com/office/drawing/2014/main" id="{FA5C4EF0-29F0-CE95-4E12-5CAC2B759534}"/>
                </a:ext>
              </a:extLst>
            </p:cNvPr>
            <p:cNvSpPr/>
            <p:nvPr/>
          </p:nvSpPr>
          <p:spPr>
            <a:xfrm rot="16200000">
              <a:off x="10209954" y="787569"/>
              <a:ext cx="352213" cy="2331721"/>
            </a:xfrm>
            <a:prstGeom prst="flowChartOffpageConnector">
              <a:avLst/>
            </a:prstGeom>
            <a:solidFill>
              <a:srgbClr val="182D5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xtBox 90">
              <a:extLst>
                <a:ext uri="{FF2B5EF4-FFF2-40B4-BE49-F238E27FC236}">
                  <a16:creationId xmlns:a16="http://schemas.microsoft.com/office/drawing/2014/main" id="{FCBD7074-6150-9B7E-2B35-9821A5C8B8AD}"/>
                </a:ext>
              </a:extLst>
            </p:cNvPr>
            <p:cNvSpPr txBox="1"/>
            <p:nvPr/>
          </p:nvSpPr>
          <p:spPr>
            <a:xfrm>
              <a:off x="9265920" y="1766534"/>
              <a:ext cx="1950720" cy="395170"/>
            </a:xfrm>
            <a:prstGeom prst="rect">
              <a:avLst/>
            </a:prstGeom>
            <a:noFill/>
          </p:spPr>
          <p:txBody>
            <a:bodyPr wrap="square" rtlCol="0">
              <a:spAutoFit/>
            </a:bodyPr>
            <a:lstStyle/>
            <a:p>
              <a:r>
                <a:rPr lang="en-US" sz="1400" dirty="0">
                  <a:solidFill>
                    <a:schemeClr val="bg1"/>
                  </a:solidFill>
                  <a:effectLst>
                    <a:outerShdw blurRad="38100" dist="38100" dir="2700000" algn="tl">
                      <a:srgbClr val="000000">
                        <a:alpha val="43137"/>
                      </a:srgbClr>
                    </a:outerShdw>
                  </a:effectLst>
                  <a:latin typeface="Segoe UI Variable Display" pitchFamily="2" charset="0"/>
                </a:rPr>
                <a:t>WORK EXPERIENCE</a:t>
              </a:r>
            </a:p>
          </p:txBody>
        </p:sp>
      </p:grpSp>
      <p:grpSp>
        <p:nvGrpSpPr>
          <p:cNvPr id="92" name="Group 91">
            <a:extLst>
              <a:ext uri="{FF2B5EF4-FFF2-40B4-BE49-F238E27FC236}">
                <a16:creationId xmlns:a16="http://schemas.microsoft.com/office/drawing/2014/main" id="{C2C769A8-6544-6866-EF1E-C3C4D5FBEEB6}"/>
              </a:ext>
            </a:extLst>
          </p:cNvPr>
          <p:cNvGrpSpPr/>
          <p:nvPr/>
        </p:nvGrpSpPr>
        <p:grpSpPr>
          <a:xfrm>
            <a:off x="430107" y="3882759"/>
            <a:ext cx="2331721" cy="307777"/>
            <a:chOff x="9220200" y="1766534"/>
            <a:chExt cx="2331721" cy="395170"/>
          </a:xfrm>
        </p:grpSpPr>
        <p:sp>
          <p:nvSpPr>
            <p:cNvPr id="93" name="Flowchart: Off-page Connector 92">
              <a:extLst>
                <a:ext uri="{FF2B5EF4-FFF2-40B4-BE49-F238E27FC236}">
                  <a16:creationId xmlns:a16="http://schemas.microsoft.com/office/drawing/2014/main" id="{26DE4AB3-D7F6-1169-A69A-822207F7174A}"/>
                </a:ext>
              </a:extLst>
            </p:cNvPr>
            <p:cNvSpPr/>
            <p:nvPr/>
          </p:nvSpPr>
          <p:spPr>
            <a:xfrm rot="16200000">
              <a:off x="10209954" y="787569"/>
              <a:ext cx="352213" cy="2331721"/>
            </a:xfrm>
            <a:prstGeom prst="flowChartOffpageConnector">
              <a:avLst/>
            </a:prstGeom>
            <a:solidFill>
              <a:srgbClr val="182D5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TextBox 93">
              <a:extLst>
                <a:ext uri="{FF2B5EF4-FFF2-40B4-BE49-F238E27FC236}">
                  <a16:creationId xmlns:a16="http://schemas.microsoft.com/office/drawing/2014/main" id="{A86A329C-75DA-7229-E576-8A17F44099CA}"/>
                </a:ext>
              </a:extLst>
            </p:cNvPr>
            <p:cNvSpPr txBox="1"/>
            <p:nvPr/>
          </p:nvSpPr>
          <p:spPr>
            <a:xfrm>
              <a:off x="9265920" y="1766534"/>
              <a:ext cx="1950720" cy="395170"/>
            </a:xfrm>
            <a:prstGeom prst="rect">
              <a:avLst/>
            </a:prstGeom>
            <a:noFill/>
          </p:spPr>
          <p:txBody>
            <a:bodyPr wrap="square" rtlCol="0">
              <a:spAutoFit/>
            </a:bodyPr>
            <a:lstStyle/>
            <a:p>
              <a:r>
                <a:rPr lang="en-US" sz="1400" dirty="0">
                  <a:solidFill>
                    <a:schemeClr val="bg1"/>
                  </a:solidFill>
                  <a:effectLst>
                    <a:outerShdw blurRad="38100" dist="38100" dir="2700000" algn="tl">
                      <a:srgbClr val="000000">
                        <a:alpha val="43137"/>
                      </a:srgbClr>
                    </a:outerShdw>
                  </a:effectLst>
                  <a:latin typeface="Segoe UI Variable Display" pitchFamily="2" charset="0"/>
                </a:rPr>
                <a:t>CURRENT SKILLS</a:t>
              </a:r>
            </a:p>
          </p:txBody>
        </p:sp>
      </p:grpSp>
      <p:grpSp>
        <p:nvGrpSpPr>
          <p:cNvPr id="95" name="Group 94">
            <a:extLst>
              <a:ext uri="{FF2B5EF4-FFF2-40B4-BE49-F238E27FC236}">
                <a16:creationId xmlns:a16="http://schemas.microsoft.com/office/drawing/2014/main" id="{4429673D-7415-264E-C22A-1870A96E70E4}"/>
              </a:ext>
            </a:extLst>
          </p:cNvPr>
          <p:cNvGrpSpPr/>
          <p:nvPr/>
        </p:nvGrpSpPr>
        <p:grpSpPr>
          <a:xfrm>
            <a:off x="440267" y="4981474"/>
            <a:ext cx="2331721" cy="307777"/>
            <a:chOff x="9220200" y="1766534"/>
            <a:chExt cx="2331721" cy="395170"/>
          </a:xfrm>
        </p:grpSpPr>
        <p:sp>
          <p:nvSpPr>
            <p:cNvPr id="96" name="Flowchart: Off-page Connector 95">
              <a:extLst>
                <a:ext uri="{FF2B5EF4-FFF2-40B4-BE49-F238E27FC236}">
                  <a16:creationId xmlns:a16="http://schemas.microsoft.com/office/drawing/2014/main" id="{B20DB0E7-BDB3-9116-6C69-3FA04799A700}"/>
                </a:ext>
              </a:extLst>
            </p:cNvPr>
            <p:cNvSpPr/>
            <p:nvPr/>
          </p:nvSpPr>
          <p:spPr>
            <a:xfrm rot="16200000">
              <a:off x="10209954" y="787569"/>
              <a:ext cx="352213" cy="2331721"/>
            </a:xfrm>
            <a:prstGeom prst="flowChartOffpageConnector">
              <a:avLst/>
            </a:prstGeom>
            <a:solidFill>
              <a:srgbClr val="182D5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TextBox 96">
              <a:extLst>
                <a:ext uri="{FF2B5EF4-FFF2-40B4-BE49-F238E27FC236}">
                  <a16:creationId xmlns:a16="http://schemas.microsoft.com/office/drawing/2014/main" id="{A9109913-DEF3-6CAF-2F59-C6BB8A60560A}"/>
                </a:ext>
              </a:extLst>
            </p:cNvPr>
            <p:cNvSpPr txBox="1"/>
            <p:nvPr/>
          </p:nvSpPr>
          <p:spPr>
            <a:xfrm>
              <a:off x="9265920" y="1766534"/>
              <a:ext cx="1950720" cy="395170"/>
            </a:xfrm>
            <a:prstGeom prst="rect">
              <a:avLst/>
            </a:prstGeom>
            <a:noFill/>
          </p:spPr>
          <p:txBody>
            <a:bodyPr wrap="square" rtlCol="0">
              <a:spAutoFit/>
            </a:bodyPr>
            <a:lstStyle/>
            <a:p>
              <a:r>
                <a:rPr lang="en-US" sz="1400" dirty="0">
                  <a:solidFill>
                    <a:schemeClr val="bg1"/>
                  </a:solidFill>
                  <a:effectLst>
                    <a:outerShdw blurRad="38100" dist="38100" dir="2700000" algn="tl">
                      <a:srgbClr val="000000">
                        <a:alpha val="43137"/>
                      </a:srgbClr>
                    </a:outerShdw>
                  </a:effectLst>
                  <a:latin typeface="Segoe UI Variable Display" pitchFamily="2" charset="0"/>
                </a:rPr>
                <a:t>CONTRIBUTIONS</a:t>
              </a:r>
            </a:p>
          </p:txBody>
        </p:sp>
      </p:grpSp>
      <p:sp>
        <p:nvSpPr>
          <p:cNvPr id="98" name="TextBox 97">
            <a:extLst>
              <a:ext uri="{FF2B5EF4-FFF2-40B4-BE49-F238E27FC236}">
                <a16:creationId xmlns:a16="http://schemas.microsoft.com/office/drawing/2014/main" id="{DDFC07E4-9290-BB86-2071-E91F9E29B145}"/>
              </a:ext>
            </a:extLst>
          </p:cNvPr>
          <p:cNvSpPr txBox="1"/>
          <p:nvPr/>
        </p:nvSpPr>
        <p:spPr>
          <a:xfrm>
            <a:off x="495300" y="5295683"/>
            <a:ext cx="2560320" cy="830997"/>
          </a:xfrm>
          <a:prstGeom prst="rect">
            <a:avLst/>
          </a:prstGeom>
          <a:noFill/>
        </p:spPr>
        <p:txBody>
          <a:bodyPr wrap="square" rtlCol="0">
            <a:spAutoFit/>
          </a:bodyPr>
          <a:lstStyle/>
          <a:p>
            <a:pPr marL="91440" indent="-91440">
              <a:buFont typeface="Arial" panose="020B0604020202020204" pitchFamily="34" charset="0"/>
              <a:buChar char="•"/>
            </a:pPr>
            <a:r>
              <a:rPr lang="en-US" sz="1200" dirty="0">
                <a:effectLst>
                  <a:outerShdw blurRad="38100" dist="38100" dir="2700000" algn="tl">
                    <a:srgbClr val="000000">
                      <a:alpha val="43137"/>
                    </a:srgbClr>
                  </a:outerShdw>
                </a:effectLst>
                <a:latin typeface="Segoe UI Variable Text Semiligh" pitchFamily="2" charset="0"/>
              </a:rPr>
              <a:t>Data verification</a:t>
            </a:r>
          </a:p>
          <a:p>
            <a:pPr marL="91440" indent="-91440">
              <a:buFont typeface="Arial" panose="020B0604020202020204" pitchFamily="34" charset="0"/>
              <a:buChar char="•"/>
            </a:pPr>
            <a:r>
              <a:rPr lang="en-US" sz="1200" dirty="0">
                <a:effectLst>
                  <a:outerShdw blurRad="38100" dist="38100" dir="2700000" algn="tl">
                    <a:srgbClr val="000000">
                      <a:alpha val="43137"/>
                    </a:srgbClr>
                  </a:outerShdw>
                </a:effectLst>
                <a:latin typeface="Segoe UI Variable Text Semiligh" pitchFamily="2" charset="0"/>
              </a:rPr>
              <a:t>Visualization and interpretation</a:t>
            </a:r>
          </a:p>
          <a:p>
            <a:pPr marL="91440" indent="-91440">
              <a:buFont typeface="Arial" panose="020B0604020202020204" pitchFamily="34" charset="0"/>
              <a:buChar char="•"/>
            </a:pPr>
            <a:r>
              <a:rPr lang="en-US" sz="1200" dirty="0">
                <a:effectLst>
                  <a:outerShdw blurRad="38100" dist="38100" dir="2700000" algn="tl">
                    <a:srgbClr val="000000">
                      <a:alpha val="43137"/>
                    </a:srgbClr>
                  </a:outerShdw>
                </a:effectLst>
                <a:latin typeface="Segoe UI Variable Text Semiligh" pitchFamily="2" charset="0"/>
              </a:rPr>
              <a:t>Presentation preparation</a:t>
            </a:r>
          </a:p>
          <a:p>
            <a:endParaRPr lang="en-US" sz="1200" dirty="0">
              <a:effectLst>
                <a:outerShdw blurRad="38100" dist="38100" dir="2700000" algn="tl">
                  <a:srgbClr val="000000">
                    <a:alpha val="43137"/>
                  </a:srgbClr>
                </a:outerShdw>
              </a:effectLst>
              <a:latin typeface="Segoe UI Variable Text Semiligh" pitchFamily="2" charset="0"/>
            </a:endParaRPr>
          </a:p>
        </p:txBody>
      </p:sp>
      <p:sp>
        <p:nvSpPr>
          <p:cNvPr id="99" name="TextBox 98">
            <a:extLst>
              <a:ext uri="{FF2B5EF4-FFF2-40B4-BE49-F238E27FC236}">
                <a16:creationId xmlns:a16="http://schemas.microsoft.com/office/drawing/2014/main" id="{E963C8E3-7AD1-D198-1758-6A2CBBF45CE9}"/>
              </a:ext>
            </a:extLst>
          </p:cNvPr>
          <p:cNvSpPr txBox="1"/>
          <p:nvPr/>
        </p:nvSpPr>
        <p:spPr>
          <a:xfrm>
            <a:off x="483449" y="4232165"/>
            <a:ext cx="2553548" cy="646331"/>
          </a:xfrm>
          <a:prstGeom prst="rect">
            <a:avLst/>
          </a:prstGeom>
          <a:noFill/>
        </p:spPr>
        <p:txBody>
          <a:bodyPr wrap="square" rtlCol="0">
            <a:spAutoFit/>
          </a:bodyPr>
          <a:lstStyle/>
          <a:p>
            <a:r>
              <a:rPr lang="en-US" sz="1200" dirty="0">
                <a:effectLst>
                  <a:outerShdw blurRad="38100" dist="38100" dir="2700000" algn="tl">
                    <a:srgbClr val="000000">
                      <a:alpha val="43137"/>
                    </a:srgbClr>
                  </a:outerShdw>
                </a:effectLst>
                <a:latin typeface="Segoe UI Variable Text Semiligh" pitchFamily="2" charset="0"/>
              </a:rPr>
              <a:t>Python, Java, MS Office, financial services, business analysis, and project support</a:t>
            </a:r>
          </a:p>
        </p:txBody>
      </p:sp>
      <p:sp>
        <p:nvSpPr>
          <p:cNvPr id="100" name="TextBox 99">
            <a:extLst>
              <a:ext uri="{FF2B5EF4-FFF2-40B4-BE49-F238E27FC236}">
                <a16:creationId xmlns:a16="http://schemas.microsoft.com/office/drawing/2014/main" id="{14E48DA7-AD60-77A8-447B-81250C5B1F85}"/>
              </a:ext>
            </a:extLst>
          </p:cNvPr>
          <p:cNvSpPr txBox="1"/>
          <p:nvPr/>
        </p:nvSpPr>
        <p:spPr>
          <a:xfrm>
            <a:off x="636164" y="1310548"/>
            <a:ext cx="1882140" cy="276999"/>
          </a:xfrm>
          <a:prstGeom prst="rect">
            <a:avLst/>
          </a:prstGeom>
          <a:noFill/>
        </p:spPr>
        <p:txBody>
          <a:bodyPr wrap="square" rtlCol="0">
            <a:spAutoFit/>
          </a:bodyPr>
          <a:lstStyle/>
          <a:p>
            <a:pPr algn="ctr"/>
            <a:r>
              <a:rPr lang="en-US" sz="1200" dirty="0">
                <a:effectLst>
                  <a:outerShdw blurRad="38100" dist="38100" dir="2700000" algn="tl">
                    <a:srgbClr val="000000">
                      <a:alpha val="43137"/>
                    </a:srgbClr>
                  </a:outerShdw>
                </a:effectLst>
                <a:latin typeface="Segoe UI Variable Display Semib" pitchFamily="2" charset="0"/>
              </a:rPr>
              <a:t>?</a:t>
            </a:r>
          </a:p>
        </p:txBody>
      </p:sp>
    </p:spTree>
    <p:extLst>
      <p:ext uri="{BB962C8B-B14F-4D97-AF65-F5344CB8AC3E}">
        <p14:creationId xmlns:p14="http://schemas.microsoft.com/office/powerpoint/2010/main" val="2120381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C2149-7505-A034-523F-C4992F93891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53B83D2-6D1E-7672-C490-9F80E356A602}"/>
              </a:ext>
            </a:extLst>
          </p:cNvPr>
          <p:cNvPicPr>
            <a:picLocks noChangeAspect="1"/>
          </p:cNvPicPr>
          <p:nvPr/>
        </p:nvPicPr>
        <p:blipFill>
          <a:blip r:embed="rId3"/>
          <a:srcRect l="5879" t="4884" b="18852"/>
          <a:stretch>
            <a:fillRect/>
          </a:stretch>
        </p:blipFill>
        <p:spPr>
          <a:xfrm>
            <a:off x="7785902" y="2524834"/>
            <a:ext cx="3879657" cy="3266277"/>
          </a:xfrm>
          <a:prstGeom prst="rect">
            <a:avLst/>
          </a:prstGeom>
        </p:spPr>
      </p:pic>
      <p:sp>
        <p:nvSpPr>
          <p:cNvPr id="3" name="Rectangle: Rounded Corners 2">
            <a:extLst>
              <a:ext uri="{FF2B5EF4-FFF2-40B4-BE49-F238E27FC236}">
                <a16:creationId xmlns:a16="http://schemas.microsoft.com/office/drawing/2014/main" id="{B40BD980-CD2B-A73A-4C3F-E6C1B25C07E0}"/>
              </a:ext>
            </a:extLst>
          </p:cNvPr>
          <p:cNvSpPr/>
          <p:nvPr/>
        </p:nvSpPr>
        <p:spPr>
          <a:xfrm>
            <a:off x="7826035" y="2031584"/>
            <a:ext cx="3839525" cy="3921691"/>
          </a:xfrm>
          <a:prstGeom prst="roundRect">
            <a:avLst>
              <a:gd name="adj" fmla="val 4871"/>
            </a:avLst>
          </a:prstGeom>
          <a:solidFill>
            <a:schemeClr val="accent1">
              <a:alpha val="83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DFB830-022E-66AB-8FBE-BC10017BFE8B}"/>
              </a:ext>
            </a:extLst>
          </p:cNvPr>
          <p:cNvSpPr>
            <a:spLocks noGrp="1"/>
          </p:cNvSpPr>
          <p:nvPr>
            <p:ph type="title"/>
          </p:nvPr>
        </p:nvSpPr>
        <p:spPr>
          <a:xfrm>
            <a:off x="886128" y="432347"/>
            <a:ext cx="10501438" cy="904679"/>
          </a:xfrm>
        </p:spPr>
        <p:txBody>
          <a:bodyPr>
            <a:normAutofit/>
          </a:bodyPr>
          <a:lstStyle/>
          <a:p>
            <a:r>
              <a:rPr lang="en-US" sz="4000" dirty="0">
                <a:solidFill>
                  <a:srgbClr val="002060"/>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INTRODUCTION</a:t>
            </a:r>
            <a:r>
              <a:rPr lang="en-US" sz="4000" dirty="0">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 </a:t>
            </a:r>
            <a:r>
              <a:rPr lang="en-US" sz="4000" i="1" dirty="0">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&amp;</a:t>
            </a:r>
            <a:r>
              <a:rPr lang="en-US" sz="4000" dirty="0">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 </a:t>
            </a:r>
            <a:r>
              <a:rPr lang="en-US" sz="4000" dirty="0">
                <a:solidFill>
                  <a:srgbClr val="002060"/>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PURPOSE </a:t>
            </a:r>
            <a:r>
              <a:rPr lang="en-US" sz="4000" i="1" dirty="0">
                <a:solidFill>
                  <a:srgbClr val="000000"/>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of</a:t>
            </a:r>
            <a:r>
              <a:rPr lang="en-US" sz="4000" dirty="0">
                <a:solidFill>
                  <a:srgbClr val="002060"/>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 DATASET</a:t>
            </a:r>
          </a:p>
        </p:txBody>
      </p:sp>
      <p:sp>
        <p:nvSpPr>
          <p:cNvPr id="12" name="TextBox 11">
            <a:extLst>
              <a:ext uri="{FF2B5EF4-FFF2-40B4-BE49-F238E27FC236}">
                <a16:creationId xmlns:a16="http://schemas.microsoft.com/office/drawing/2014/main" id="{DF877787-6665-9BCF-2C2E-75990E9DC42C}"/>
              </a:ext>
            </a:extLst>
          </p:cNvPr>
          <p:cNvSpPr txBox="1"/>
          <p:nvPr/>
        </p:nvSpPr>
        <p:spPr>
          <a:xfrm>
            <a:off x="8005563" y="2497903"/>
            <a:ext cx="3480467" cy="3293209"/>
          </a:xfrm>
          <a:prstGeom prst="rect">
            <a:avLst/>
          </a:prstGeom>
          <a:noFill/>
        </p:spPr>
        <p:txBody>
          <a:bodyPr wrap="square" rtlCol="0">
            <a:spAutoFit/>
          </a:bodyPr>
          <a:lstStyle/>
          <a:p>
            <a:pPr algn="just"/>
            <a:r>
              <a:rPr lang="en-US" sz="1600" dirty="0">
                <a:solidFill>
                  <a:schemeClr val="bg1"/>
                </a:solidFill>
                <a:effectLst>
                  <a:outerShdw blurRad="38100" dist="38100" dir="2700000" algn="tl">
                    <a:srgbClr val="000000">
                      <a:alpha val="43137"/>
                    </a:srgbClr>
                  </a:outerShdw>
                </a:effectLst>
                <a:latin typeface="Segoe UI Semilight" panose="020B0402040204020203" pitchFamily="34" charset="0"/>
                <a:cs typeface="Segoe UI Semilight" panose="020B0402040204020203" pitchFamily="34" charset="0"/>
              </a:rPr>
              <a:t>Healthcare costs directly impact household finances and access to care. While public discussions often focus on government spending, individuals still bear significant costs through out-of-pocket payments. This project constructs a standardized cross-national dataset comparing consumer healthcare expenditures across the United States, Canada, the United Kingdom, Japan, and China to enable meaningful comparison of household financial burden.</a:t>
            </a:r>
            <a:endParaRPr lang="en-US" dirty="0">
              <a:solidFill>
                <a:schemeClr val="bg1"/>
              </a:solidFill>
              <a:effectLst>
                <a:outerShdw blurRad="38100" dist="38100" dir="2700000" algn="tl">
                  <a:srgbClr val="000000">
                    <a:alpha val="43137"/>
                  </a:srgbClr>
                </a:outerShdw>
              </a:effectLst>
              <a:latin typeface="Segoe UI Semilight" panose="020B0402040204020203" pitchFamily="34" charset="0"/>
              <a:cs typeface="Segoe UI Semilight" panose="020B0402040204020203" pitchFamily="34" charset="0"/>
            </a:endParaRPr>
          </a:p>
        </p:txBody>
      </p:sp>
      <p:grpSp>
        <p:nvGrpSpPr>
          <p:cNvPr id="36" name="Group 35">
            <a:extLst>
              <a:ext uri="{FF2B5EF4-FFF2-40B4-BE49-F238E27FC236}">
                <a16:creationId xmlns:a16="http://schemas.microsoft.com/office/drawing/2014/main" id="{9D8FC302-FB64-5863-E5A5-32865D9D7312}"/>
              </a:ext>
            </a:extLst>
          </p:cNvPr>
          <p:cNvGrpSpPr/>
          <p:nvPr/>
        </p:nvGrpSpPr>
        <p:grpSpPr>
          <a:xfrm>
            <a:off x="9296640" y="1473274"/>
            <a:ext cx="1005840" cy="914400"/>
            <a:chOff x="8891859" y="1576437"/>
            <a:chExt cx="1005840" cy="914400"/>
          </a:xfrm>
        </p:grpSpPr>
        <p:sp>
          <p:nvSpPr>
            <p:cNvPr id="13" name="Flowchart: Connector 12">
              <a:extLst>
                <a:ext uri="{FF2B5EF4-FFF2-40B4-BE49-F238E27FC236}">
                  <a16:creationId xmlns:a16="http://schemas.microsoft.com/office/drawing/2014/main" id="{32F2EB16-7808-621F-F620-6248AFDAA42C}"/>
                </a:ext>
              </a:extLst>
            </p:cNvPr>
            <p:cNvSpPr/>
            <p:nvPr/>
          </p:nvSpPr>
          <p:spPr>
            <a:xfrm>
              <a:off x="8891859" y="1576437"/>
              <a:ext cx="1005840" cy="914400"/>
            </a:xfrm>
            <a:prstGeom prst="flowChartConnector">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Connector 15">
              <a:extLst>
                <a:ext uri="{FF2B5EF4-FFF2-40B4-BE49-F238E27FC236}">
                  <a16:creationId xmlns:a16="http://schemas.microsoft.com/office/drawing/2014/main" id="{5DA48E24-D2D6-474E-0184-DF2C9719049E}"/>
                </a:ext>
              </a:extLst>
            </p:cNvPr>
            <p:cNvSpPr/>
            <p:nvPr/>
          </p:nvSpPr>
          <p:spPr>
            <a:xfrm>
              <a:off x="9074739" y="1713597"/>
              <a:ext cx="640080" cy="640080"/>
            </a:xfrm>
            <a:prstGeom prst="flowChartConnector">
              <a:avLst/>
            </a:prstGeom>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7894F31A-C2AA-ECDE-59BC-E176CEF27A34}"/>
                </a:ext>
              </a:extLst>
            </p:cNvPr>
            <p:cNvSpPr txBox="1"/>
            <p:nvPr/>
          </p:nvSpPr>
          <p:spPr>
            <a:xfrm>
              <a:off x="9209360" y="1761926"/>
              <a:ext cx="397933" cy="584775"/>
            </a:xfrm>
            <a:prstGeom prst="rect">
              <a:avLst/>
            </a:prstGeom>
            <a:noFill/>
          </p:spPr>
          <p:txBody>
            <a:bodyPr wrap="square" rtlCol="0">
              <a:spAutoFit/>
            </a:bodyPr>
            <a:lstStyle/>
            <a:p>
              <a:r>
                <a:rPr lang="en-US" sz="3200" b="1" i="1" dirty="0" err="1">
                  <a:solidFill>
                    <a:schemeClr val="bg1"/>
                  </a:solidFill>
                  <a:effectLst>
                    <a:outerShdw blurRad="38100" dist="38100" dir="2700000" algn="tl">
                      <a:srgbClr val="000000">
                        <a:alpha val="43137"/>
                      </a:srgbClr>
                    </a:outerShdw>
                  </a:effectLst>
                  <a:latin typeface="Elephant" panose="02020904090505020303" pitchFamily="18" charset="0"/>
                  <a:ea typeface="ADLaM Display" panose="020F0502020204030204" pitchFamily="2" charset="0"/>
                  <a:cs typeface="Forte Forward" panose="020F0502020204030204" pitchFamily="2" charset="0"/>
                </a:rPr>
                <a:t>i</a:t>
              </a:r>
              <a:endParaRPr lang="en-US" sz="3200" b="1" i="1" dirty="0">
                <a:solidFill>
                  <a:schemeClr val="bg1"/>
                </a:solidFill>
                <a:effectLst>
                  <a:outerShdw blurRad="38100" dist="38100" dir="2700000" algn="tl">
                    <a:srgbClr val="000000">
                      <a:alpha val="43137"/>
                    </a:srgbClr>
                  </a:outerShdw>
                </a:effectLst>
                <a:latin typeface="Elephant" panose="02020904090505020303" pitchFamily="18" charset="0"/>
                <a:ea typeface="ADLaM Display" panose="020F0502020204030204" pitchFamily="2" charset="0"/>
                <a:cs typeface="Forte Forward" panose="020F0502020204030204" pitchFamily="2" charset="0"/>
              </a:endParaRPr>
            </a:p>
          </p:txBody>
        </p:sp>
      </p:grpSp>
      <p:grpSp>
        <p:nvGrpSpPr>
          <p:cNvPr id="39" name="Group 38">
            <a:extLst>
              <a:ext uri="{FF2B5EF4-FFF2-40B4-BE49-F238E27FC236}">
                <a16:creationId xmlns:a16="http://schemas.microsoft.com/office/drawing/2014/main" id="{7BA1006D-0B2F-B2EC-E20B-4DCB85A9F0BF}"/>
              </a:ext>
            </a:extLst>
          </p:cNvPr>
          <p:cNvGrpSpPr/>
          <p:nvPr/>
        </p:nvGrpSpPr>
        <p:grpSpPr>
          <a:xfrm>
            <a:off x="849719" y="2019751"/>
            <a:ext cx="1005840" cy="914400"/>
            <a:chOff x="488859" y="1786338"/>
            <a:chExt cx="1005840" cy="914400"/>
          </a:xfrm>
        </p:grpSpPr>
        <p:grpSp>
          <p:nvGrpSpPr>
            <p:cNvPr id="38" name="Group 37">
              <a:extLst>
                <a:ext uri="{FF2B5EF4-FFF2-40B4-BE49-F238E27FC236}">
                  <a16:creationId xmlns:a16="http://schemas.microsoft.com/office/drawing/2014/main" id="{12AB04D3-5ED5-549B-E19A-783D7FA08523}"/>
                </a:ext>
              </a:extLst>
            </p:cNvPr>
            <p:cNvGrpSpPr/>
            <p:nvPr/>
          </p:nvGrpSpPr>
          <p:grpSpPr>
            <a:xfrm>
              <a:off x="488859" y="1786338"/>
              <a:ext cx="1005840" cy="914400"/>
              <a:chOff x="488859" y="1767861"/>
              <a:chExt cx="1005840" cy="914400"/>
            </a:xfrm>
          </p:grpSpPr>
          <p:sp>
            <p:nvSpPr>
              <p:cNvPr id="20" name="Flowchart: Connector 19">
                <a:extLst>
                  <a:ext uri="{FF2B5EF4-FFF2-40B4-BE49-F238E27FC236}">
                    <a16:creationId xmlns:a16="http://schemas.microsoft.com/office/drawing/2014/main" id="{1B296DA2-1E20-B620-D093-4DE89203027A}"/>
                  </a:ext>
                </a:extLst>
              </p:cNvPr>
              <p:cNvSpPr/>
              <p:nvPr/>
            </p:nvSpPr>
            <p:spPr>
              <a:xfrm>
                <a:off x="488859" y="1767861"/>
                <a:ext cx="1005840" cy="914400"/>
              </a:xfrm>
              <a:prstGeom prst="flowChartConnector">
                <a:avLst/>
              </a:prstGeom>
              <a:solidFill>
                <a:srgbClr val="3C6ABE"/>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Graphic 25" descr="Pencil with solid fill">
                <a:extLst>
                  <a:ext uri="{FF2B5EF4-FFF2-40B4-BE49-F238E27FC236}">
                    <a16:creationId xmlns:a16="http://schemas.microsoft.com/office/drawing/2014/main" id="{CCF6A14B-C781-7138-806F-991726DDEB7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6200000">
                <a:off x="662352" y="1919762"/>
                <a:ext cx="640080" cy="640080"/>
              </a:xfrm>
              <a:prstGeom prst="rect">
                <a:avLst/>
              </a:prstGeom>
              <a:effectLst>
                <a:outerShdw blurRad="50800" dist="38100" dir="2700000" algn="tl" rotWithShape="0">
                  <a:prstClr val="black">
                    <a:alpha val="40000"/>
                  </a:prstClr>
                </a:outerShdw>
              </a:effectLst>
            </p:spPr>
          </p:pic>
        </p:grpSp>
        <p:pic>
          <p:nvPicPr>
            <p:cNvPr id="24" name="Graphic 23" descr="Hammer with solid fill">
              <a:extLst>
                <a:ext uri="{FF2B5EF4-FFF2-40B4-BE49-F238E27FC236}">
                  <a16:creationId xmlns:a16="http://schemas.microsoft.com/office/drawing/2014/main" id="{88A19262-9E98-E684-6226-DF2C18E7300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9878" y="1930474"/>
              <a:ext cx="640080" cy="640080"/>
            </a:xfrm>
            <a:prstGeom prst="rect">
              <a:avLst/>
            </a:prstGeom>
          </p:spPr>
        </p:pic>
      </p:grpSp>
      <p:sp>
        <p:nvSpPr>
          <p:cNvPr id="27" name="TextBox 26">
            <a:extLst>
              <a:ext uri="{FF2B5EF4-FFF2-40B4-BE49-F238E27FC236}">
                <a16:creationId xmlns:a16="http://schemas.microsoft.com/office/drawing/2014/main" id="{9AFCD61C-3086-2334-855B-9F4A361A77E8}"/>
              </a:ext>
            </a:extLst>
          </p:cNvPr>
          <p:cNvSpPr txBox="1"/>
          <p:nvPr/>
        </p:nvSpPr>
        <p:spPr>
          <a:xfrm>
            <a:off x="2029051" y="2059901"/>
            <a:ext cx="5365253" cy="1107996"/>
          </a:xfrm>
          <a:prstGeom prst="rect">
            <a:avLst/>
          </a:prstGeom>
          <a:noFill/>
        </p:spPr>
        <p:txBody>
          <a:bodyPr wrap="square" rtlCol="0">
            <a:spAutoFit/>
          </a:bodyPr>
          <a:lstStyle/>
          <a:p>
            <a:r>
              <a:rPr lang="en-US" sz="2400" dirty="0">
                <a:solidFill>
                  <a:srgbClr val="3C6ABE"/>
                </a:solidFill>
                <a:effectLst>
                  <a:outerShdw blurRad="38100" dist="38100" dir="2700000" algn="tl">
                    <a:srgbClr val="000000">
                      <a:alpha val="43137"/>
                    </a:srgbClr>
                  </a:outerShdw>
                </a:effectLst>
                <a:latin typeface="Segoe UI Variable Display Semib" pitchFamily="2" charset="0"/>
              </a:rPr>
              <a:t>Build a harmonized dataset </a:t>
            </a:r>
            <a:r>
              <a:rPr lang="en-US" sz="2400" dirty="0">
                <a:effectLst>
                  <a:outerShdw blurRad="38100" dist="38100" dir="2700000" algn="tl">
                    <a:srgbClr val="000000">
                      <a:alpha val="43137"/>
                    </a:srgbClr>
                  </a:outerShdw>
                </a:effectLst>
                <a:latin typeface="Segoe UI Variable Text Semiligh" pitchFamily="2" charset="0"/>
              </a:rPr>
              <a:t>of OOP spending per capita (PPP-adjusted)</a:t>
            </a:r>
          </a:p>
          <a:p>
            <a:endParaRPr lang="en-US" dirty="0"/>
          </a:p>
        </p:txBody>
      </p:sp>
      <p:sp>
        <p:nvSpPr>
          <p:cNvPr id="28" name="TextBox 27">
            <a:extLst>
              <a:ext uri="{FF2B5EF4-FFF2-40B4-BE49-F238E27FC236}">
                <a16:creationId xmlns:a16="http://schemas.microsoft.com/office/drawing/2014/main" id="{40DAD750-6C74-BB03-B8BF-632A2408B9F2}"/>
              </a:ext>
            </a:extLst>
          </p:cNvPr>
          <p:cNvSpPr txBox="1"/>
          <p:nvPr/>
        </p:nvSpPr>
        <p:spPr>
          <a:xfrm>
            <a:off x="2036709" y="3399760"/>
            <a:ext cx="5365253" cy="461665"/>
          </a:xfrm>
          <a:prstGeom prst="rect">
            <a:avLst/>
          </a:prstGeom>
          <a:noFill/>
        </p:spPr>
        <p:txBody>
          <a:bodyPr wrap="square" rtlCol="0">
            <a:spAutoFit/>
          </a:bodyPr>
          <a:lstStyle/>
          <a:p>
            <a:r>
              <a:rPr lang="en-US" sz="2400" dirty="0">
                <a:solidFill>
                  <a:srgbClr val="3C6ABE"/>
                </a:solidFill>
                <a:effectLst>
                  <a:outerShdw blurRad="38100" dist="38100" dir="2700000" algn="tl">
                    <a:srgbClr val="000000">
                      <a:alpha val="43137"/>
                    </a:srgbClr>
                  </a:outerShdw>
                </a:effectLst>
                <a:latin typeface="Segoe UI Variable Display Semib" pitchFamily="2" charset="0"/>
              </a:rPr>
              <a:t>Compare trends </a:t>
            </a:r>
            <a:r>
              <a:rPr lang="en-US" sz="2400" dirty="0">
                <a:solidFill>
                  <a:srgbClr val="000000"/>
                </a:solidFill>
                <a:effectLst>
                  <a:outerShdw blurRad="38100" dist="38100" dir="2700000" algn="tl">
                    <a:srgbClr val="000000">
                      <a:alpha val="43137"/>
                    </a:srgbClr>
                  </a:outerShdw>
                </a:effectLst>
                <a:latin typeface="Segoe UI Variable Text Semiligh" pitchFamily="2" charset="0"/>
              </a:rPr>
              <a:t>across five countries</a:t>
            </a:r>
            <a:endParaRPr lang="en-US" dirty="0">
              <a:solidFill>
                <a:srgbClr val="000000"/>
              </a:solidFill>
              <a:effectLst>
                <a:outerShdw blurRad="38100" dist="38100" dir="2700000" algn="tl">
                  <a:srgbClr val="000000">
                    <a:alpha val="43137"/>
                  </a:srgbClr>
                </a:outerShdw>
              </a:effectLst>
              <a:latin typeface="Segoe UI Variable Text Semiligh" pitchFamily="2" charset="0"/>
            </a:endParaRPr>
          </a:p>
        </p:txBody>
      </p:sp>
      <p:grpSp>
        <p:nvGrpSpPr>
          <p:cNvPr id="40" name="Group 39">
            <a:extLst>
              <a:ext uri="{FF2B5EF4-FFF2-40B4-BE49-F238E27FC236}">
                <a16:creationId xmlns:a16="http://schemas.microsoft.com/office/drawing/2014/main" id="{D254BF9E-4DBF-56E2-7E82-1DBDBF34BDC9}"/>
              </a:ext>
            </a:extLst>
          </p:cNvPr>
          <p:cNvGrpSpPr/>
          <p:nvPr/>
        </p:nvGrpSpPr>
        <p:grpSpPr>
          <a:xfrm>
            <a:off x="858536" y="3180971"/>
            <a:ext cx="1005840" cy="914400"/>
            <a:chOff x="467360" y="3359166"/>
            <a:chExt cx="1005840" cy="914400"/>
          </a:xfrm>
        </p:grpSpPr>
        <p:sp>
          <p:nvSpPr>
            <p:cNvPr id="21" name="Flowchart: Connector 20">
              <a:extLst>
                <a:ext uri="{FF2B5EF4-FFF2-40B4-BE49-F238E27FC236}">
                  <a16:creationId xmlns:a16="http://schemas.microsoft.com/office/drawing/2014/main" id="{93BC5518-9112-A983-ED63-458C1BEC1358}"/>
                </a:ext>
              </a:extLst>
            </p:cNvPr>
            <p:cNvSpPr/>
            <p:nvPr/>
          </p:nvSpPr>
          <p:spPr>
            <a:xfrm>
              <a:off x="467360" y="3359166"/>
              <a:ext cx="1005840" cy="914400"/>
            </a:xfrm>
            <a:prstGeom prst="flowChartConnector">
              <a:avLst/>
            </a:prstGeom>
            <a:solidFill>
              <a:srgbClr val="3660AC"/>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2" name="Graphic 31" descr="Venn diagram with solid fill">
              <a:extLst>
                <a:ext uri="{FF2B5EF4-FFF2-40B4-BE49-F238E27FC236}">
                  <a16:creationId xmlns:a16="http://schemas.microsoft.com/office/drawing/2014/main" id="{8E0E02B4-5691-9FF9-D54C-011A611C8E3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0240" y="3488748"/>
              <a:ext cx="640080" cy="640080"/>
            </a:xfrm>
            <a:prstGeom prst="rect">
              <a:avLst/>
            </a:prstGeom>
            <a:effectLst>
              <a:outerShdw blurRad="50800" dist="38100" dir="2700000" algn="tl" rotWithShape="0">
                <a:prstClr val="black">
                  <a:alpha val="40000"/>
                </a:prstClr>
              </a:outerShdw>
            </a:effectLst>
          </p:spPr>
        </p:pic>
      </p:grpSp>
      <p:grpSp>
        <p:nvGrpSpPr>
          <p:cNvPr id="41" name="Group 40">
            <a:extLst>
              <a:ext uri="{FF2B5EF4-FFF2-40B4-BE49-F238E27FC236}">
                <a16:creationId xmlns:a16="http://schemas.microsoft.com/office/drawing/2014/main" id="{4BE7EE80-03BA-F292-2590-72D1A6D27FE0}"/>
              </a:ext>
            </a:extLst>
          </p:cNvPr>
          <p:cNvGrpSpPr/>
          <p:nvPr/>
        </p:nvGrpSpPr>
        <p:grpSpPr>
          <a:xfrm>
            <a:off x="878470" y="4369235"/>
            <a:ext cx="1005840" cy="914400"/>
            <a:chOff x="467360" y="4993958"/>
            <a:chExt cx="1005840" cy="914400"/>
          </a:xfrm>
        </p:grpSpPr>
        <p:sp>
          <p:nvSpPr>
            <p:cNvPr id="22" name="Flowchart: Connector 21">
              <a:extLst>
                <a:ext uri="{FF2B5EF4-FFF2-40B4-BE49-F238E27FC236}">
                  <a16:creationId xmlns:a16="http://schemas.microsoft.com/office/drawing/2014/main" id="{5AF49911-8FFA-3715-6AAD-246328AA4FC7}"/>
                </a:ext>
              </a:extLst>
            </p:cNvPr>
            <p:cNvSpPr/>
            <p:nvPr/>
          </p:nvSpPr>
          <p:spPr>
            <a:xfrm>
              <a:off x="467360" y="4993958"/>
              <a:ext cx="1005840" cy="914400"/>
            </a:xfrm>
            <a:prstGeom prst="flowChartConnector">
              <a:avLst/>
            </a:prstGeom>
            <a:solidFill>
              <a:srgbClr val="3660A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Graphic 33" descr="Magnifying glass with solid fill">
              <a:extLst>
                <a:ext uri="{FF2B5EF4-FFF2-40B4-BE49-F238E27FC236}">
                  <a16:creationId xmlns:a16="http://schemas.microsoft.com/office/drawing/2014/main" id="{3BBF9759-9B6D-8C62-6C62-0F6BF7958E4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0240" y="5131118"/>
              <a:ext cx="640080" cy="640080"/>
            </a:xfrm>
            <a:prstGeom prst="rect">
              <a:avLst/>
            </a:prstGeom>
            <a:effectLst>
              <a:outerShdw blurRad="50800" dist="38100" dir="2700000" algn="tl" rotWithShape="0">
                <a:prstClr val="black">
                  <a:alpha val="40000"/>
                </a:prstClr>
              </a:outerShdw>
            </a:effectLst>
          </p:spPr>
        </p:pic>
      </p:grpSp>
      <p:sp>
        <p:nvSpPr>
          <p:cNvPr id="35" name="TextBox 34">
            <a:extLst>
              <a:ext uri="{FF2B5EF4-FFF2-40B4-BE49-F238E27FC236}">
                <a16:creationId xmlns:a16="http://schemas.microsoft.com/office/drawing/2014/main" id="{A087AB17-A553-D418-4C35-23DE28183EF9}"/>
              </a:ext>
            </a:extLst>
          </p:cNvPr>
          <p:cNvSpPr txBox="1"/>
          <p:nvPr/>
        </p:nvSpPr>
        <p:spPr>
          <a:xfrm>
            <a:off x="2036709" y="4410936"/>
            <a:ext cx="5365253" cy="830997"/>
          </a:xfrm>
          <a:prstGeom prst="rect">
            <a:avLst/>
          </a:prstGeom>
          <a:noFill/>
        </p:spPr>
        <p:txBody>
          <a:bodyPr wrap="square" rtlCol="0">
            <a:spAutoFit/>
          </a:bodyPr>
          <a:lstStyle/>
          <a:p>
            <a:r>
              <a:rPr lang="en-US" sz="2400" dirty="0">
                <a:solidFill>
                  <a:srgbClr val="3C6ABE"/>
                </a:solidFill>
                <a:effectLst>
                  <a:outerShdw blurRad="38100" dist="38100" dir="2700000" algn="tl">
                    <a:srgbClr val="000000">
                      <a:alpha val="43137"/>
                    </a:srgbClr>
                  </a:outerShdw>
                </a:effectLst>
                <a:latin typeface="Segoe UI Variable Display Semib" pitchFamily="2" charset="0"/>
              </a:rPr>
              <a:t>Evaluate consistency </a:t>
            </a:r>
            <a:r>
              <a:rPr lang="en-US" sz="2400" dirty="0">
                <a:solidFill>
                  <a:srgbClr val="000000"/>
                </a:solidFill>
                <a:effectLst>
                  <a:outerShdw blurRad="38100" dist="38100" dir="2700000" algn="tl">
                    <a:srgbClr val="000000">
                      <a:alpha val="43137"/>
                    </a:srgbClr>
                  </a:outerShdw>
                </a:effectLst>
                <a:latin typeface="Segoe UI Variable Text Semiligh" pitchFamily="2" charset="0"/>
              </a:rPr>
              <a:t>between OECD and WHO reporting systems</a:t>
            </a:r>
            <a:endParaRPr lang="en-US" dirty="0">
              <a:solidFill>
                <a:srgbClr val="000000"/>
              </a:solidFill>
              <a:effectLst>
                <a:outerShdw blurRad="38100" dist="38100" dir="2700000" algn="tl">
                  <a:srgbClr val="000000">
                    <a:alpha val="43137"/>
                  </a:srgbClr>
                </a:outerShdw>
              </a:effectLst>
              <a:latin typeface="Segoe UI Variable Text Semiligh" pitchFamily="2" charset="0"/>
            </a:endParaRPr>
          </a:p>
        </p:txBody>
      </p:sp>
      <p:cxnSp>
        <p:nvCxnSpPr>
          <p:cNvPr id="4" name="Straight Connector 3">
            <a:extLst>
              <a:ext uri="{FF2B5EF4-FFF2-40B4-BE49-F238E27FC236}">
                <a16:creationId xmlns:a16="http://schemas.microsoft.com/office/drawing/2014/main" id="{5074C5C5-54EA-C7C0-70B6-81E0A3E87E47}"/>
              </a:ext>
            </a:extLst>
          </p:cNvPr>
          <p:cNvCxnSpPr>
            <a:cxnSpLocks/>
          </p:cNvCxnSpPr>
          <p:nvPr/>
        </p:nvCxnSpPr>
        <p:spPr>
          <a:xfrm>
            <a:off x="467360" y="365125"/>
            <a:ext cx="11198199" cy="0"/>
          </a:xfrm>
          <a:prstGeom prst="line">
            <a:avLst/>
          </a:prstGeom>
          <a:ln w="57150"/>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C49BDE6-DC62-3F8E-5005-2C86C7F44373}"/>
              </a:ext>
            </a:extLst>
          </p:cNvPr>
          <p:cNvCxnSpPr>
            <a:cxnSpLocks/>
          </p:cNvCxnSpPr>
          <p:nvPr/>
        </p:nvCxnSpPr>
        <p:spPr>
          <a:xfrm>
            <a:off x="496900" y="1319590"/>
            <a:ext cx="11198200" cy="0"/>
          </a:xfrm>
          <a:prstGeom prst="line">
            <a:avLst/>
          </a:prstGeom>
          <a:ln w="57150">
            <a:prstDash val="sysDot"/>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9078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8A51C-AC5C-224B-83E1-BE4285E72E3E}"/>
              </a:ext>
            </a:extLst>
          </p:cNvPr>
          <p:cNvSpPr>
            <a:spLocks noGrp="1"/>
          </p:cNvSpPr>
          <p:nvPr>
            <p:ph type="title"/>
          </p:nvPr>
        </p:nvSpPr>
        <p:spPr>
          <a:xfrm>
            <a:off x="838200" y="1892367"/>
            <a:ext cx="3821349" cy="1325563"/>
          </a:xfrm>
        </p:spPr>
        <p:txBody>
          <a:bodyPr>
            <a:normAutofit/>
          </a:bodyPr>
          <a:lstStyle/>
          <a:p>
            <a:r>
              <a:rPr lang="en-US" sz="4000" dirty="0">
                <a:solidFill>
                  <a:srgbClr val="002060"/>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DATA</a:t>
            </a:r>
            <a:r>
              <a:rPr lang="en-US" sz="4000" dirty="0">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 SOURCES</a:t>
            </a:r>
          </a:p>
        </p:txBody>
      </p:sp>
      <p:pic>
        <p:nvPicPr>
          <p:cNvPr id="5" name="Picture 4">
            <a:extLst>
              <a:ext uri="{FF2B5EF4-FFF2-40B4-BE49-F238E27FC236}">
                <a16:creationId xmlns:a16="http://schemas.microsoft.com/office/drawing/2014/main" id="{36E12983-8797-666C-E45B-4FEFF1765C20}"/>
              </a:ext>
            </a:extLst>
          </p:cNvPr>
          <p:cNvPicPr>
            <a:picLocks noChangeAspect="1"/>
          </p:cNvPicPr>
          <p:nvPr/>
        </p:nvPicPr>
        <p:blipFill>
          <a:blip r:embed="rId3"/>
          <a:stretch>
            <a:fillRect/>
          </a:stretch>
        </p:blipFill>
        <p:spPr>
          <a:xfrm>
            <a:off x="3853680" y="1174357"/>
            <a:ext cx="5338610" cy="5764924"/>
          </a:xfrm>
          <a:prstGeom prst="rect">
            <a:avLst/>
          </a:prstGeom>
        </p:spPr>
      </p:pic>
      <p:sp>
        <p:nvSpPr>
          <p:cNvPr id="7" name="Flowchart: Connector 6">
            <a:extLst>
              <a:ext uri="{FF2B5EF4-FFF2-40B4-BE49-F238E27FC236}">
                <a16:creationId xmlns:a16="http://schemas.microsoft.com/office/drawing/2014/main" id="{7A040D23-21D0-43AE-C16D-345C6CCC2491}"/>
              </a:ext>
            </a:extLst>
          </p:cNvPr>
          <p:cNvSpPr/>
          <p:nvPr/>
        </p:nvSpPr>
        <p:spPr>
          <a:xfrm>
            <a:off x="9066179" y="1050586"/>
            <a:ext cx="2560320" cy="2560320"/>
          </a:xfrm>
          <a:prstGeom prst="flowChartConnector">
            <a:avLst/>
          </a:prstGeom>
          <a:solidFill>
            <a:srgbClr val="5179D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A4AE5D4D-9278-C47A-849E-3510C8E74C74}"/>
              </a:ext>
            </a:extLst>
          </p:cNvPr>
          <p:cNvCxnSpPr>
            <a:stCxn id="7" idx="3"/>
          </p:cNvCxnSpPr>
          <p:nvPr/>
        </p:nvCxnSpPr>
        <p:spPr>
          <a:xfrm flipH="1">
            <a:off x="8492247" y="3235956"/>
            <a:ext cx="948882" cy="723201"/>
          </a:xfrm>
          <a:prstGeom prst="line">
            <a:avLst/>
          </a:prstGeom>
        </p:spPr>
        <p:style>
          <a:lnRef idx="1">
            <a:schemeClr val="accent1"/>
          </a:lnRef>
          <a:fillRef idx="0">
            <a:schemeClr val="accent1"/>
          </a:fillRef>
          <a:effectRef idx="0">
            <a:schemeClr val="accent1"/>
          </a:effectRef>
          <a:fontRef idx="minor">
            <a:schemeClr val="tx1"/>
          </a:fontRef>
        </p:style>
      </p:cxnSp>
      <p:sp>
        <p:nvSpPr>
          <p:cNvPr id="10" name="Flowchart: Connector 9">
            <a:extLst>
              <a:ext uri="{FF2B5EF4-FFF2-40B4-BE49-F238E27FC236}">
                <a16:creationId xmlns:a16="http://schemas.microsoft.com/office/drawing/2014/main" id="{25E7315F-1A8A-F570-141D-7D3B1759DDE4}"/>
              </a:ext>
            </a:extLst>
          </p:cNvPr>
          <p:cNvSpPr/>
          <p:nvPr/>
        </p:nvSpPr>
        <p:spPr>
          <a:xfrm>
            <a:off x="1065780" y="3935940"/>
            <a:ext cx="2286000" cy="2286000"/>
          </a:xfrm>
          <a:prstGeom prst="flowChartConnector">
            <a:avLst/>
          </a:prstGeom>
          <a:solidFill>
            <a:srgbClr val="5386B5"/>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94D9E741-8178-5494-5405-74B4E8FEE983}"/>
              </a:ext>
            </a:extLst>
          </p:cNvPr>
          <p:cNvCxnSpPr>
            <a:cxnSpLocks/>
            <a:stCxn id="10" idx="6"/>
          </p:cNvCxnSpPr>
          <p:nvPr/>
        </p:nvCxnSpPr>
        <p:spPr>
          <a:xfrm flipV="1">
            <a:off x="3351780" y="4513634"/>
            <a:ext cx="704654" cy="565306"/>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6796AE2-3834-51DF-FBF0-26FD5739E112}"/>
              </a:ext>
            </a:extLst>
          </p:cNvPr>
          <p:cNvSpPr txBox="1"/>
          <p:nvPr/>
        </p:nvSpPr>
        <p:spPr>
          <a:xfrm>
            <a:off x="9456084" y="1384990"/>
            <a:ext cx="1818273" cy="2185214"/>
          </a:xfrm>
          <a:prstGeom prst="rect">
            <a:avLst/>
          </a:prstGeom>
          <a:noFill/>
        </p:spPr>
        <p:txBody>
          <a:bodyPr wrap="square" rtlCol="0">
            <a:spAutoFit/>
          </a:bodyPr>
          <a:lstStyle/>
          <a:p>
            <a:pPr algn="ctr"/>
            <a:r>
              <a:rPr lang="en-US" sz="1600" dirty="0">
                <a:solidFill>
                  <a:schemeClr val="bg1"/>
                </a:solidFill>
                <a:effectLst>
                  <a:outerShdw blurRad="38100" dist="38100" dir="2700000" algn="tl">
                    <a:srgbClr val="000000">
                      <a:alpha val="43137"/>
                    </a:srgbClr>
                  </a:outerShdw>
                </a:effectLst>
                <a:latin typeface="Segoe UI Variable Display" pitchFamily="2" charset="0"/>
              </a:rPr>
              <a:t>WHO Global Health Expenditure Database (GHED)</a:t>
            </a:r>
          </a:p>
          <a:p>
            <a:pPr algn="ctr"/>
            <a:r>
              <a:rPr lang="en-US" sz="1400" dirty="0">
                <a:effectLst>
                  <a:outerShdw blurRad="38100" dist="38100" dir="2700000" algn="tl">
                    <a:srgbClr val="000000">
                      <a:alpha val="43137"/>
                    </a:srgbClr>
                  </a:outerShdw>
                </a:effectLst>
                <a:latin typeface="Segoe UI Semilight" panose="020B0402040204020203" pitchFamily="34" charset="0"/>
                <a:cs typeface="Segoe UI Semilight" panose="020B0402040204020203" pitchFamily="34" charset="0"/>
              </a:rPr>
              <a:t>(accessed via World Bank World Development Indicators API)</a:t>
            </a:r>
          </a:p>
          <a:p>
            <a:endParaRPr lang="en-US" sz="1600" dirty="0">
              <a:solidFill>
                <a:schemeClr val="bg1"/>
              </a:solidFill>
              <a:latin typeface="Segoe UI Variable Display" pitchFamily="2" charset="0"/>
            </a:endParaRPr>
          </a:p>
        </p:txBody>
      </p:sp>
      <p:sp>
        <p:nvSpPr>
          <p:cNvPr id="15" name="TextBox 14">
            <a:extLst>
              <a:ext uri="{FF2B5EF4-FFF2-40B4-BE49-F238E27FC236}">
                <a16:creationId xmlns:a16="http://schemas.microsoft.com/office/drawing/2014/main" id="{53C9A32F-BA14-C155-4051-05B773B1038A}"/>
              </a:ext>
            </a:extLst>
          </p:cNvPr>
          <p:cNvSpPr txBox="1"/>
          <p:nvPr/>
        </p:nvSpPr>
        <p:spPr>
          <a:xfrm>
            <a:off x="1498060" y="4299626"/>
            <a:ext cx="1501650" cy="1692771"/>
          </a:xfrm>
          <a:prstGeom prst="rect">
            <a:avLst/>
          </a:prstGeom>
          <a:noFill/>
        </p:spPr>
        <p:txBody>
          <a:bodyPr wrap="square" rtlCol="0">
            <a:spAutoFit/>
          </a:bodyPr>
          <a:lstStyle/>
          <a:p>
            <a:pPr algn="ctr"/>
            <a:r>
              <a:rPr lang="en-US" sz="1600" dirty="0">
                <a:solidFill>
                  <a:schemeClr val="bg1"/>
                </a:solidFill>
                <a:effectLst>
                  <a:outerShdw blurRad="38100" dist="38100" dir="2700000" algn="tl">
                    <a:srgbClr val="000000">
                      <a:alpha val="43137"/>
                    </a:srgbClr>
                  </a:outerShdw>
                </a:effectLst>
                <a:latin typeface="Segoe UI Variable Display" pitchFamily="2" charset="0"/>
              </a:rPr>
              <a:t>OECD Health Statistics</a:t>
            </a:r>
          </a:p>
          <a:p>
            <a:pPr algn="ctr"/>
            <a:r>
              <a:rPr lang="en-US" sz="1400" dirty="0">
                <a:effectLst>
                  <a:outerShdw blurRad="38100" dist="38100" dir="2700000" algn="tl">
                    <a:srgbClr val="000000">
                      <a:alpha val="43137"/>
                    </a:srgbClr>
                  </a:outerShdw>
                </a:effectLst>
                <a:latin typeface="Segoe UI Semilight" panose="020B0402040204020203" pitchFamily="34" charset="0"/>
                <a:cs typeface="Segoe UI Semilight" panose="020B0402040204020203" pitchFamily="34" charset="0"/>
              </a:rPr>
              <a:t>(System of Health Accounts 2011 — HF3: Household OOP)</a:t>
            </a:r>
            <a:endParaRPr lang="en-US" sz="1600" dirty="0">
              <a:solidFill>
                <a:schemeClr val="bg1"/>
              </a:solidFill>
              <a:effectLst>
                <a:outerShdw blurRad="38100" dist="38100" dir="2700000" algn="tl">
                  <a:srgbClr val="000000">
                    <a:alpha val="43137"/>
                  </a:srgbClr>
                </a:outerShdw>
              </a:effectLst>
              <a:latin typeface="Segoe UI Variable Display" pitchFamily="2" charset="0"/>
            </a:endParaRPr>
          </a:p>
          <a:p>
            <a:pPr algn="ctr"/>
            <a:endParaRPr lang="en-US" sz="1600" dirty="0">
              <a:solidFill>
                <a:schemeClr val="bg1"/>
              </a:solidFill>
              <a:effectLst>
                <a:outerShdw blurRad="38100" dist="38100" dir="2700000" algn="tl">
                  <a:srgbClr val="000000">
                    <a:alpha val="43137"/>
                  </a:srgbClr>
                </a:outerShdw>
              </a:effectLst>
              <a:latin typeface="Segoe UI Variable Display" pitchFamily="2" charset="0"/>
            </a:endParaRPr>
          </a:p>
        </p:txBody>
      </p:sp>
      <p:sp>
        <p:nvSpPr>
          <p:cNvPr id="16" name="Flowchart: Connector 15">
            <a:extLst>
              <a:ext uri="{FF2B5EF4-FFF2-40B4-BE49-F238E27FC236}">
                <a16:creationId xmlns:a16="http://schemas.microsoft.com/office/drawing/2014/main" id="{C3ECA55E-FFB2-FF79-20EB-6E691F0967C2}"/>
              </a:ext>
            </a:extLst>
          </p:cNvPr>
          <p:cNvSpPr/>
          <p:nvPr/>
        </p:nvSpPr>
        <p:spPr>
          <a:xfrm>
            <a:off x="3351780" y="437745"/>
            <a:ext cx="1881701" cy="1916349"/>
          </a:xfrm>
          <a:prstGeom prst="flowChartConnector">
            <a:avLst/>
          </a:prstGeom>
          <a:solidFill>
            <a:srgbClr val="2C609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EA1999B-610E-1A5B-0866-8B3298770082}"/>
              </a:ext>
            </a:extLst>
          </p:cNvPr>
          <p:cNvSpPr txBox="1"/>
          <p:nvPr/>
        </p:nvSpPr>
        <p:spPr>
          <a:xfrm>
            <a:off x="3657600" y="710119"/>
            <a:ext cx="1503849" cy="1661993"/>
          </a:xfrm>
          <a:prstGeom prst="rect">
            <a:avLst/>
          </a:prstGeom>
          <a:noFill/>
        </p:spPr>
        <p:txBody>
          <a:bodyPr wrap="square" rtlCol="0">
            <a:spAutoFit/>
          </a:bodyPr>
          <a:lstStyle/>
          <a:p>
            <a:r>
              <a:rPr lang="en-US" sz="1400" dirty="0">
                <a:solidFill>
                  <a:schemeClr val="bg1"/>
                </a:solidFill>
                <a:effectLst>
                  <a:outerShdw blurRad="38100" dist="38100" dir="2700000" algn="tl">
                    <a:srgbClr val="000000">
                      <a:alpha val="43137"/>
                    </a:srgbClr>
                  </a:outerShdw>
                </a:effectLst>
                <a:latin typeface="Segoe UI Semilight" panose="020B0402040204020203" pitchFamily="34" charset="0"/>
                <a:cs typeface="Segoe UI Semilight" panose="020B0402040204020203" pitchFamily="34" charset="0"/>
              </a:rPr>
              <a:t>Indicator Used: </a:t>
            </a:r>
            <a:r>
              <a:rPr lang="en-US" sz="1400" dirty="0">
                <a:effectLst>
                  <a:outerShdw blurRad="38100" dist="38100" dir="2700000" algn="tl">
                    <a:srgbClr val="000000">
                      <a:alpha val="43137"/>
                    </a:srgbClr>
                  </a:outerShdw>
                </a:effectLst>
                <a:latin typeface="Segoe UI Semilight" panose="020B0402040204020203" pitchFamily="34" charset="0"/>
                <a:cs typeface="Segoe UI Semilight" panose="020B0402040204020203" pitchFamily="34" charset="0"/>
              </a:rPr>
              <a:t>Out-of-pocket expenditure per capita (PPP-adjusted, current international $)</a:t>
            </a:r>
          </a:p>
          <a:p>
            <a:endParaRPr lang="en-US" dirty="0"/>
          </a:p>
        </p:txBody>
      </p:sp>
      <p:cxnSp>
        <p:nvCxnSpPr>
          <p:cNvPr id="19" name="Straight Connector 18">
            <a:extLst>
              <a:ext uri="{FF2B5EF4-FFF2-40B4-BE49-F238E27FC236}">
                <a16:creationId xmlns:a16="http://schemas.microsoft.com/office/drawing/2014/main" id="{A660299C-E4E1-95BD-08B9-D11DCC9517E5}"/>
              </a:ext>
            </a:extLst>
          </p:cNvPr>
          <p:cNvCxnSpPr>
            <a:stCxn id="17" idx="2"/>
          </p:cNvCxnSpPr>
          <p:nvPr/>
        </p:nvCxnSpPr>
        <p:spPr>
          <a:xfrm>
            <a:off x="4409525" y="2372112"/>
            <a:ext cx="751924" cy="119809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8431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Document 5">
            <a:extLst>
              <a:ext uri="{FF2B5EF4-FFF2-40B4-BE49-F238E27FC236}">
                <a16:creationId xmlns:a16="http://schemas.microsoft.com/office/drawing/2014/main" id="{B237C512-CA7A-96A0-9AC1-0CF9CF481C74}"/>
              </a:ext>
            </a:extLst>
          </p:cNvPr>
          <p:cNvSpPr/>
          <p:nvPr/>
        </p:nvSpPr>
        <p:spPr>
          <a:xfrm rot="10800000">
            <a:off x="-206680" y="3539768"/>
            <a:ext cx="5614088" cy="3362359"/>
          </a:xfrm>
          <a:prstGeom prst="flowChartDocument">
            <a:avLst/>
          </a:prstGeom>
          <a:solidFill>
            <a:srgbClr val="7F9DDE"/>
          </a:solidFill>
          <a:ln>
            <a:noFill/>
          </a:ln>
          <a:effectLst>
            <a:outerShdw blurRad="50800" dist="38100" dir="16200000"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2F6D4EC0-A5BF-D1A3-A9CF-E5D834F09CD6}"/>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flipH="1">
            <a:off x="-1548320" y="1"/>
            <a:ext cx="4925285" cy="4365946"/>
          </a:xfrm>
          <a:prstGeom prst="rect">
            <a:avLst/>
          </a:prstGeom>
        </p:spPr>
      </p:pic>
      <p:pic>
        <p:nvPicPr>
          <p:cNvPr id="14" name="Graphic 13" descr="Fish with solid fill">
            <a:extLst>
              <a:ext uri="{FF2B5EF4-FFF2-40B4-BE49-F238E27FC236}">
                <a16:creationId xmlns:a16="http://schemas.microsoft.com/office/drawing/2014/main" id="{8D11D8BD-1FE0-411E-FA4F-6AAB412A0F3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200000">
            <a:off x="495955" y="2508114"/>
            <a:ext cx="2704290" cy="3155005"/>
          </a:xfrm>
          <a:prstGeom prst="rect">
            <a:avLst/>
          </a:prstGeom>
          <a:effectLst>
            <a:outerShdw blurRad="50800" dist="38100" dir="5400000" algn="t" rotWithShape="0">
              <a:prstClr val="black">
                <a:alpha val="40000"/>
              </a:prstClr>
            </a:outerShdw>
          </a:effectLst>
        </p:spPr>
      </p:pic>
      <p:sp>
        <p:nvSpPr>
          <p:cNvPr id="16" name="TextBox 15">
            <a:extLst>
              <a:ext uri="{FF2B5EF4-FFF2-40B4-BE49-F238E27FC236}">
                <a16:creationId xmlns:a16="http://schemas.microsoft.com/office/drawing/2014/main" id="{560DA276-E248-D1BE-25AE-9CEBF7B21C51}"/>
              </a:ext>
            </a:extLst>
          </p:cNvPr>
          <p:cNvSpPr txBox="1"/>
          <p:nvPr/>
        </p:nvSpPr>
        <p:spPr>
          <a:xfrm>
            <a:off x="1327670" y="3429000"/>
            <a:ext cx="1040859" cy="1169551"/>
          </a:xfrm>
          <a:prstGeom prst="rect">
            <a:avLst/>
          </a:prstGeom>
          <a:noFill/>
        </p:spPr>
        <p:txBody>
          <a:bodyPr wrap="square" rtlCol="0">
            <a:spAutoFit/>
          </a:bodyPr>
          <a:lstStyle/>
          <a:p>
            <a:pPr algn="ctr"/>
            <a:r>
              <a:rPr lang="en-US" sz="1400" dirty="0">
                <a:solidFill>
                  <a:schemeClr val="bg1"/>
                </a:solidFill>
                <a:effectLst>
                  <a:outerShdw blurRad="38100" dist="38100" dir="2700000" algn="tl">
                    <a:srgbClr val="000000">
                      <a:alpha val="43137"/>
                    </a:srgbClr>
                  </a:outerShdw>
                </a:effectLst>
                <a:latin typeface="Segoe UI Semilight" panose="020B0402040204020203" pitchFamily="34" charset="0"/>
                <a:cs typeface="Segoe UI Semilight" panose="020B0402040204020203" pitchFamily="34" charset="0"/>
              </a:rPr>
              <a:t>Automated API requests using Python</a:t>
            </a:r>
          </a:p>
        </p:txBody>
      </p:sp>
      <p:pic>
        <p:nvPicPr>
          <p:cNvPr id="18" name="Graphic 17" descr="Fish with solid fill">
            <a:extLst>
              <a:ext uri="{FF2B5EF4-FFF2-40B4-BE49-F238E27FC236}">
                <a16:creationId xmlns:a16="http://schemas.microsoft.com/office/drawing/2014/main" id="{764F48E8-030C-F064-B79C-7CAA7896DDA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2984" y="4598552"/>
            <a:ext cx="2457855" cy="2902458"/>
          </a:xfrm>
          <a:prstGeom prst="rect">
            <a:avLst/>
          </a:prstGeom>
          <a:effectLst>
            <a:outerShdw blurRad="50800" dist="38100" dir="5400000" algn="t" rotWithShape="0">
              <a:prstClr val="black">
                <a:alpha val="40000"/>
              </a:prstClr>
            </a:outerShdw>
          </a:effectLst>
        </p:spPr>
      </p:pic>
      <p:sp>
        <p:nvSpPr>
          <p:cNvPr id="19" name="TextBox 18">
            <a:extLst>
              <a:ext uri="{FF2B5EF4-FFF2-40B4-BE49-F238E27FC236}">
                <a16:creationId xmlns:a16="http://schemas.microsoft.com/office/drawing/2014/main" id="{6645CF6D-7014-F6FB-5E79-547D9D6A0A47}"/>
              </a:ext>
            </a:extLst>
          </p:cNvPr>
          <p:cNvSpPr txBox="1"/>
          <p:nvPr/>
        </p:nvSpPr>
        <p:spPr>
          <a:xfrm>
            <a:off x="116732" y="5786095"/>
            <a:ext cx="2081718" cy="800219"/>
          </a:xfrm>
          <a:prstGeom prst="rect">
            <a:avLst/>
          </a:prstGeom>
          <a:noFill/>
        </p:spPr>
        <p:txBody>
          <a:bodyPr wrap="square" rtlCol="0">
            <a:spAutoFit/>
          </a:bodyPr>
          <a:lstStyle/>
          <a:p>
            <a:pPr algn="ctr"/>
            <a:r>
              <a:rPr lang="en-US" sz="1400" dirty="0">
                <a:solidFill>
                  <a:schemeClr val="bg1"/>
                </a:solidFill>
                <a:effectLst>
                  <a:outerShdw blurRad="38100" dist="38100" dir="2700000" algn="tl">
                    <a:srgbClr val="000000">
                      <a:alpha val="43137"/>
                    </a:srgbClr>
                  </a:outerShdw>
                </a:effectLst>
                <a:latin typeface="Segoe UI Semilight" panose="020B0402040204020203" pitchFamily="34" charset="0"/>
                <a:cs typeface="Segoe UI Semilight" panose="020B0402040204020203" pitchFamily="34" charset="0"/>
              </a:rPr>
              <a:t>JSON parsing for WHO/World Bank data</a:t>
            </a:r>
          </a:p>
          <a:p>
            <a:endParaRPr lang="en-US" dirty="0"/>
          </a:p>
        </p:txBody>
      </p:sp>
      <p:pic>
        <p:nvPicPr>
          <p:cNvPr id="21" name="Graphic 20" descr="Competition with solid fill">
            <a:extLst>
              <a:ext uri="{FF2B5EF4-FFF2-40B4-BE49-F238E27FC236}">
                <a16:creationId xmlns:a16="http://schemas.microsoft.com/office/drawing/2014/main" id="{04187CC0-13D2-0976-5AFD-9D049000CA5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314871" y="4276927"/>
            <a:ext cx="2603770" cy="2603770"/>
          </a:xfrm>
          <a:prstGeom prst="rect">
            <a:avLst/>
          </a:prstGeom>
          <a:effectLst>
            <a:outerShdw blurRad="50800" dist="38100" dir="5400000" algn="t" rotWithShape="0">
              <a:prstClr val="black">
                <a:alpha val="40000"/>
              </a:prstClr>
            </a:outerShdw>
          </a:effectLst>
        </p:spPr>
      </p:pic>
      <p:sp>
        <p:nvSpPr>
          <p:cNvPr id="22" name="TextBox 21">
            <a:extLst>
              <a:ext uri="{FF2B5EF4-FFF2-40B4-BE49-F238E27FC236}">
                <a16:creationId xmlns:a16="http://schemas.microsoft.com/office/drawing/2014/main" id="{0A2ABAAC-541F-47A5-4A5C-17A9B3CE8EE1}"/>
              </a:ext>
            </a:extLst>
          </p:cNvPr>
          <p:cNvSpPr txBox="1"/>
          <p:nvPr/>
        </p:nvSpPr>
        <p:spPr>
          <a:xfrm>
            <a:off x="2626078" y="5145932"/>
            <a:ext cx="1351988" cy="1231106"/>
          </a:xfrm>
          <a:prstGeom prst="rect">
            <a:avLst/>
          </a:prstGeom>
          <a:noFill/>
        </p:spPr>
        <p:txBody>
          <a:bodyPr wrap="square" rtlCol="0">
            <a:spAutoFit/>
          </a:bodyPr>
          <a:lstStyle/>
          <a:p>
            <a:pPr algn="ctr"/>
            <a:r>
              <a:rPr lang="en-US" sz="1400" dirty="0">
                <a:solidFill>
                  <a:schemeClr val="bg1"/>
                </a:solidFill>
                <a:effectLst>
                  <a:outerShdw blurRad="38100" dist="38100" dir="2700000" algn="tl">
                    <a:srgbClr val="000000">
                      <a:alpha val="43137"/>
                    </a:srgbClr>
                  </a:outerShdw>
                </a:effectLst>
                <a:latin typeface="Segoe UI Semilight" panose="020B0402040204020203" pitchFamily="34" charset="0"/>
                <a:cs typeface="Segoe UI Semilight" panose="020B0402040204020203" pitchFamily="34" charset="0"/>
              </a:rPr>
              <a:t>CSV retrieval and parsing for OECD SDMX data</a:t>
            </a:r>
          </a:p>
          <a:p>
            <a:endParaRPr lang="en-US" dirty="0"/>
          </a:p>
        </p:txBody>
      </p:sp>
      <p:sp>
        <p:nvSpPr>
          <p:cNvPr id="3" name="Rectangle 2">
            <a:extLst>
              <a:ext uri="{FF2B5EF4-FFF2-40B4-BE49-F238E27FC236}">
                <a16:creationId xmlns:a16="http://schemas.microsoft.com/office/drawing/2014/main" id="{EFFBFCA8-8491-F2FB-099D-4B70899AF9A8}"/>
              </a:ext>
            </a:extLst>
          </p:cNvPr>
          <p:cNvSpPr/>
          <p:nvPr/>
        </p:nvSpPr>
        <p:spPr>
          <a:xfrm>
            <a:off x="5229848" y="0"/>
            <a:ext cx="6962152" cy="6880697"/>
          </a:xfrm>
          <a:prstGeom prst="rect">
            <a:avLst/>
          </a:prstGeom>
          <a:solidFill>
            <a:srgbClr val="002060"/>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CC1219-0C6D-034C-B5AE-66B28FE2AF5A}"/>
              </a:ext>
            </a:extLst>
          </p:cNvPr>
          <p:cNvSpPr>
            <a:spLocks noGrp="1"/>
          </p:cNvSpPr>
          <p:nvPr>
            <p:ph type="title"/>
          </p:nvPr>
        </p:nvSpPr>
        <p:spPr>
          <a:xfrm>
            <a:off x="5648400" y="116631"/>
            <a:ext cx="6543600" cy="1484685"/>
          </a:xfrm>
        </p:spPr>
        <p:txBody>
          <a:bodyPr/>
          <a:lstStyle/>
          <a:p>
            <a:r>
              <a:rPr lang="en-US" dirty="0">
                <a:solidFill>
                  <a:srgbClr val="5072B0"/>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DATA ACQUISITION </a:t>
            </a:r>
            <a:r>
              <a:rPr lang="en-US" dirty="0">
                <a:solidFill>
                  <a:schemeClr val="bg1"/>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APPROACH</a:t>
            </a:r>
          </a:p>
        </p:txBody>
      </p:sp>
      <p:grpSp>
        <p:nvGrpSpPr>
          <p:cNvPr id="7" name="Group 6">
            <a:extLst>
              <a:ext uri="{FF2B5EF4-FFF2-40B4-BE49-F238E27FC236}">
                <a16:creationId xmlns:a16="http://schemas.microsoft.com/office/drawing/2014/main" id="{7E1CC941-EF25-1EB6-2164-885008D6DEFC}"/>
              </a:ext>
            </a:extLst>
          </p:cNvPr>
          <p:cNvGrpSpPr/>
          <p:nvPr/>
        </p:nvGrpSpPr>
        <p:grpSpPr>
          <a:xfrm>
            <a:off x="2314871" y="1544025"/>
            <a:ext cx="4397215" cy="369332"/>
            <a:chOff x="2314870" y="1320981"/>
            <a:chExt cx="4397215" cy="369332"/>
          </a:xfrm>
        </p:grpSpPr>
        <p:sp>
          <p:nvSpPr>
            <p:cNvPr id="4" name="Rectangle 3">
              <a:extLst>
                <a:ext uri="{FF2B5EF4-FFF2-40B4-BE49-F238E27FC236}">
                  <a16:creationId xmlns:a16="http://schemas.microsoft.com/office/drawing/2014/main" id="{29918D6E-B40A-F282-4772-C08F22992A5E}"/>
                </a:ext>
              </a:extLst>
            </p:cNvPr>
            <p:cNvSpPr/>
            <p:nvPr/>
          </p:nvSpPr>
          <p:spPr>
            <a:xfrm>
              <a:off x="2314870" y="1342413"/>
              <a:ext cx="4397215" cy="319243"/>
            </a:xfrm>
            <a:prstGeom prst="rect">
              <a:avLst/>
            </a:prstGeom>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79130D4-AF14-4590-816D-163F2217316F}"/>
                </a:ext>
              </a:extLst>
            </p:cNvPr>
            <p:cNvSpPr txBox="1"/>
            <p:nvPr/>
          </p:nvSpPr>
          <p:spPr>
            <a:xfrm>
              <a:off x="2500009" y="1320981"/>
              <a:ext cx="2418632" cy="369332"/>
            </a:xfrm>
            <a:prstGeom prst="rect">
              <a:avLst/>
            </a:prstGeom>
            <a:noFill/>
          </p:spPr>
          <p:txBody>
            <a:bodyPr wrap="square" rtlCol="0">
              <a:spAutoFit/>
            </a:bodyPr>
            <a:lstStyle/>
            <a:p>
              <a:r>
                <a:rPr lang="en-US" dirty="0">
                  <a:solidFill>
                    <a:schemeClr val="bg1"/>
                  </a:solidFill>
                  <a:effectLst>
                    <a:outerShdw blurRad="38100" dist="38100" dir="2700000" algn="tl">
                      <a:srgbClr val="000000">
                        <a:alpha val="43137"/>
                      </a:srgbClr>
                    </a:outerShdw>
                  </a:effectLst>
                  <a:latin typeface="Segoe UI Variable Display Semib" pitchFamily="2" charset="0"/>
                  <a:cs typeface="Segoe UI Semilight" panose="020B0402040204020203" pitchFamily="34" charset="0"/>
                </a:rPr>
                <a:t>RETRIEVAL METHOD</a:t>
              </a:r>
            </a:p>
          </p:txBody>
        </p:sp>
      </p:grpSp>
      <p:grpSp>
        <p:nvGrpSpPr>
          <p:cNvPr id="26" name="Group 25">
            <a:extLst>
              <a:ext uri="{FF2B5EF4-FFF2-40B4-BE49-F238E27FC236}">
                <a16:creationId xmlns:a16="http://schemas.microsoft.com/office/drawing/2014/main" id="{51CE5680-F7B1-A0EB-68CD-8AA48366C243}"/>
              </a:ext>
            </a:extLst>
          </p:cNvPr>
          <p:cNvGrpSpPr/>
          <p:nvPr/>
        </p:nvGrpSpPr>
        <p:grpSpPr>
          <a:xfrm>
            <a:off x="5555184" y="2321900"/>
            <a:ext cx="6980399" cy="1931142"/>
            <a:chOff x="5555184" y="2062821"/>
            <a:chExt cx="6980399" cy="1931142"/>
          </a:xfrm>
        </p:grpSpPr>
        <p:grpSp>
          <p:nvGrpSpPr>
            <p:cNvPr id="17" name="Group 16">
              <a:extLst>
                <a:ext uri="{FF2B5EF4-FFF2-40B4-BE49-F238E27FC236}">
                  <a16:creationId xmlns:a16="http://schemas.microsoft.com/office/drawing/2014/main" id="{B824DE7C-721A-2371-1265-EF6CC8747CFB}"/>
                </a:ext>
              </a:extLst>
            </p:cNvPr>
            <p:cNvGrpSpPr/>
            <p:nvPr/>
          </p:nvGrpSpPr>
          <p:grpSpPr>
            <a:xfrm>
              <a:off x="5555184" y="2062821"/>
              <a:ext cx="6980399" cy="1632967"/>
              <a:chOff x="5023533" y="2120630"/>
              <a:chExt cx="6980399" cy="1632967"/>
            </a:xfrm>
          </p:grpSpPr>
          <p:sp>
            <p:nvSpPr>
              <p:cNvPr id="8" name="Rectangle: Rounded Corners 7">
                <a:extLst>
                  <a:ext uri="{FF2B5EF4-FFF2-40B4-BE49-F238E27FC236}">
                    <a16:creationId xmlns:a16="http://schemas.microsoft.com/office/drawing/2014/main" id="{173174B2-BD11-69C4-02D3-100BD7875670}"/>
                  </a:ext>
                </a:extLst>
              </p:cNvPr>
              <p:cNvSpPr/>
              <p:nvPr/>
            </p:nvSpPr>
            <p:spPr>
              <a:xfrm>
                <a:off x="5116749" y="2120630"/>
                <a:ext cx="6887183" cy="1632967"/>
              </a:xfrm>
              <a:prstGeom prst="roundRect">
                <a:avLst>
                  <a:gd name="adj" fmla="val 9519"/>
                </a:avLst>
              </a:prstGeom>
              <a:solidFill>
                <a:srgbClr val="294983"/>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descr="Arrow circle with solid fill">
                <a:extLst>
                  <a:ext uri="{FF2B5EF4-FFF2-40B4-BE49-F238E27FC236}">
                    <a16:creationId xmlns:a16="http://schemas.microsoft.com/office/drawing/2014/main" id="{23ADF8BC-1D5F-8DF3-7F28-E2B8EFA7A2C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023533" y="2208859"/>
                <a:ext cx="1371600" cy="1371600"/>
              </a:xfrm>
              <a:prstGeom prst="rect">
                <a:avLst/>
              </a:prstGeom>
              <a:effectLst>
                <a:outerShdw blurRad="50800" dist="38100" dir="2700000" algn="tl" rotWithShape="0">
                  <a:prstClr val="black">
                    <a:alpha val="40000"/>
                  </a:prstClr>
                </a:outerShdw>
              </a:effectLst>
            </p:spPr>
          </p:pic>
          <p:pic>
            <p:nvPicPr>
              <p:cNvPr id="13" name="Graphic 12" descr="Single gear with solid fill">
                <a:extLst>
                  <a:ext uri="{FF2B5EF4-FFF2-40B4-BE49-F238E27FC236}">
                    <a16:creationId xmlns:a16="http://schemas.microsoft.com/office/drawing/2014/main" id="{56681176-E53E-A80F-73D0-085F0A989997}"/>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420139" y="2574619"/>
                <a:ext cx="640080" cy="640080"/>
              </a:xfrm>
              <a:prstGeom prst="rect">
                <a:avLst/>
              </a:prstGeom>
              <a:effectLst>
                <a:outerShdw blurRad="50800" dist="38100" dir="2700000" algn="tl" rotWithShape="0">
                  <a:prstClr val="black">
                    <a:alpha val="40000"/>
                  </a:prstClr>
                </a:outerShdw>
              </a:effectLst>
            </p:spPr>
          </p:pic>
        </p:grpSp>
        <p:sp>
          <p:nvSpPr>
            <p:cNvPr id="15" name="TextBox 14">
              <a:extLst>
                <a:ext uri="{FF2B5EF4-FFF2-40B4-BE49-F238E27FC236}">
                  <a16:creationId xmlns:a16="http://schemas.microsoft.com/office/drawing/2014/main" id="{65B814C9-6E57-B398-A88D-02904C8C67BA}"/>
                </a:ext>
              </a:extLst>
            </p:cNvPr>
            <p:cNvSpPr txBox="1"/>
            <p:nvPr/>
          </p:nvSpPr>
          <p:spPr>
            <a:xfrm>
              <a:off x="6848272" y="2208859"/>
              <a:ext cx="4941651" cy="1785104"/>
            </a:xfrm>
            <a:prstGeom prst="rect">
              <a:avLst/>
            </a:prstGeom>
            <a:noFill/>
          </p:spPr>
          <p:txBody>
            <a:bodyPr wrap="square" rtlCol="0">
              <a:spAutoFit/>
            </a:bodyPr>
            <a:lstStyle/>
            <a:p>
              <a:pPr>
                <a:spcAft>
                  <a:spcPts val="600"/>
                </a:spcAft>
              </a:pPr>
              <a:r>
                <a:rPr lang="en-US" dirty="0">
                  <a:solidFill>
                    <a:schemeClr val="bg1"/>
                  </a:solidFill>
                  <a:effectLst>
                    <a:outerShdw blurRad="38100" dist="38100" dir="2700000" algn="tl">
                      <a:srgbClr val="000000">
                        <a:alpha val="43137"/>
                      </a:srgbClr>
                    </a:outerShdw>
                  </a:effectLst>
                  <a:latin typeface="Segoe UI Variable Display Semib" pitchFamily="2" charset="0"/>
                  <a:cs typeface="Segoe UI Semilight" panose="020B0402040204020203" pitchFamily="34" charset="0"/>
                </a:rPr>
                <a:t>PROCESSING ENVIRONMENT</a:t>
              </a:r>
            </a:p>
            <a:p>
              <a:pPr marL="285750" indent="-285750">
                <a:spcAft>
                  <a:spcPts val="600"/>
                </a:spcAft>
                <a:buFont typeface="Arial" panose="020B0604020202020204" pitchFamily="34" charset="0"/>
                <a:buChar char="•"/>
              </a:pPr>
              <a:r>
                <a:rPr lang="en-US" dirty="0">
                  <a:solidFill>
                    <a:schemeClr val="bg1"/>
                  </a:solidFill>
                  <a:effectLst>
                    <a:outerShdw blurRad="38100" dist="38100" dir="2700000" algn="tl">
                      <a:srgbClr val="000000">
                        <a:alpha val="43137"/>
                      </a:srgbClr>
                    </a:outerShdw>
                  </a:effectLst>
                  <a:latin typeface="Segoe UI Variable Text Semiligh" pitchFamily="2" charset="0"/>
                  <a:cs typeface="Segoe UI Light" panose="020B0502040204020203" pitchFamily="34" charset="0"/>
                </a:rPr>
                <a:t>Python</a:t>
              </a:r>
            </a:p>
            <a:p>
              <a:pPr marL="285750" indent="-285750">
                <a:spcAft>
                  <a:spcPts val="600"/>
                </a:spcAft>
                <a:buFont typeface="Arial" panose="020B0604020202020204" pitchFamily="34" charset="0"/>
                <a:buChar char="•"/>
              </a:pPr>
              <a:r>
                <a:rPr lang="en-US" dirty="0">
                  <a:solidFill>
                    <a:schemeClr val="bg1"/>
                  </a:solidFill>
                  <a:effectLst>
                    <a:outerShdw blurRad="38100" dist="38100" dir="2700000" algn="tl">
                      <a:srgbClr val="000000">
                        <a:alpha val="43137"/>
                      </a:srgbClr>
                    </a:outerShdw>
                  </a:effectLst>
                  <a:latin typeface="Segoe UI Variable Text Semiligh" pitchFamily="2" charset="0"/>
                  <a:cs typeface="Segoe UI Light" panose="020B0502040204020203" pitchFamily="34" charset="0"/>
                </a:rPr>
                <a:t>pandas</a:t>
              </a:r>
            </a:p>
            <a:p>
              <a:pPr marL="285750" indent="-285750">
                <a:spcAft>
                  <a:spcPts val="600"/>
                </a:spcAft>
                <a:buFont typeface="Arial" panose="020B0604020202020204" pitchFamily="34" charset="0"/>
                <a:buChar char="•"/>
              </a:pPr>
              <a:r>
                <a:rPr lang="en-US" dirty="0" err="1">
                  <a:solidFill>
                    <a:schemeClr val="bg1"/>
                  </a:solidFill>
                  <a:effectLst>
                    <a:outerShdw blurRad="38100" dist="38100" dir="2700000" algn="tl">
                      <a:srgbClr val="000000">
                        <a:alpha val="43137"/>
                      </a:srgbClr>
                    </a:outerShdw>
                  </a:effectLst>
                  <a:latin typeface="Segoe UI Variable Text Semiligh" pitchFamily="2" charset="0"/>
                  <a:cs typeface="Segoe UI Light" panose="020B0502040204020203" pitchFamily="34" charset="0"/>
                </a:rPr>
                <a:t>Jupyter</a:t>
              </a:r>
              <a:r>
                <a:rPr lang="en-US" dirty="0">
                  <a:solidFill>
                    <a:schemeClr val="bg1"/>
                  </a:solidFill>
                  <a:effectLst>
                    <a:outerShdw blurRad="38100" dist="38100" dir="2700000" algn="tl">
                      <a:srgbClr val="000000">
                        <a:alpha val="43137"/>
                      </a:srgbClr>
                    </a:outerShdw>
                  </a:effectLst>
                  <a:latin typeface="Segoe UI Variable Text Semiligh" pitchFamily="2" charset="0"/>
                  <a:cs typeface="Segoe UI Light" panose="020B0502040204020203" pitchFamily="34" charset="0"/>
                </a:rPr>
                <a:t> Notebook</a:t>
              </a:r>
            </a:p>
            <a:p>
              <a:endParaRPr lang="en-US" dirty="0">
                <a:solidFill>
                  <a:schemeClr val="bg1"/>
                </a:solidFill>
                <a:effectLst>
                  <a:outerShdw blurRad="38100" dist="38100" dir="2700000" algn="tl">
                    <a:srgbClr val="000000">
                      <a:alpha val="43137"/>
                    </a:srgbClr>
                  </a:outerShdw>
                </a:effectLst>
                <a:latin typeface="Segoe UI Semilight" panose="020B0402040204020203" pitchFamily="34" charset="0"/>
                <a:cs typeface="Segoe UI Semilight" panose="020B0402040204020203" pitchFamily="34" charset="0"/>
              </a:endParaRPr>
            </a:p>
          </p:txBody>
        </p:sp>
      </p:grpSp>
      <p:sp>
        <p:nvSpPr>
          <p:cNvPr id="23" name="Rectangle: Rounded Corners 22">
            <a:extLst>
              <a:ext uri="{FF2B5EF4-FFF2-40B4-BE49-F238E27FC236}">
                <a16:creationId xmlns:a16="http://schemas.microsoft.com/office/drawing/2014/main" id="{254F4583-BFFD-6F80-0DD1-757F6E9ED0B9}"/>
              </a:ext>
            </a:extLst>
          </p:cNvPr>
          <p:cNvSpPr/>
          <p:nvPr/>
        </p:nvSpPr>
        <p:spPr>
          <a:xfrm>
            <a:off x="5648400" y="4480296"/>
            <a:ext cx="6887183" cy="1632967"/>
          </a:xfrm>
          <a:prstGeom prst="roundRect">
            <a:avLst>
              <a:gd name="adj" fmla="val 9519"/>
            </a:avLst>
          </a:prstGeom>
          <a:solidFill>
            <a:srgbClr val="405B8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2" name="Group 31">
            <a:extLst>
              <a:ext uri="{FF2B5EF4-FFF2-40B4-BE49-F238E27FC236}">
                <a16:creationId xmlns:a16="http://schemas.microsoft.com/office/drawing/2014/main" id="{054620F8-36BA-C1EF-F803-4B255B4EF573}"/>
              </a:ext>
            </a:extLst>
          </p:cNvPr>
          <p:cNvGrpSpPr/>
          <p:nvPr/>
        </p:nvGrpSpPr>
        <p:grpSpPr>
          <a:xfrm>
            <a:off x="5750992" y="4782573"/>
            <a:ext cx="1097280" cy="1097280"/>
            <a:chOff x="5750992" y="4782573"/>
            <a:chExt cx="1097280" cy="1097280"/>
          </a:xfrm>
          <a:effectLst>
            <a:outerShdw blurRad="50800" dist="38100" dir="5400000" algn="t" rotWithShape="0">
              <a:prstClr val="black">
                <a:alpha val="40000"/>
              </a:prstClr>
            </a:outerShdw>
          </a:effectLst>
        </p:grpSpPr>
        <p:pic>
          <p:nvPicPr>
            <p:cNvPr id="28" name="Graphic 27" descr="Old Key with solid fill">
              <a:extLst>
                <a:ext uri="{FF2B5EF4-FFF2-40B4-BE49-F238E27FC236}">
                  <a16:creationId xmlns:a16="http://schemas.microsoft.com/office/drawing/2014/main" id="{D3F17D29-7988-6006-1E4B-AD68357DD9A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750992" y="4782573"/>
              <a:ext cx="1097280" cy="1097280"/>
            </a:xfrm>
            <a:prstGeom prst="rect">
              <a:avLst/>
            </a:prstGeom>
          </p:spPr>
        </p:pic>
        <p:sp>
          <p:nvSpPr>
            <p:cNvPr id="31" name="Flowchart: Connector 30">
              <a:extLst>
                <a:ext uri="{FF2B5EF4-FFF2-40B4-BE49-F238E27FC236}">
                  <a16:creationId xmlns:a16="http://schemas.microsoft.com/office/drawing/2014/main" id="{8B0AA22A-DC5F-FA7C-02E4-87BF1B2E3093}"/>
                </a:ext>
              </a:extLst>
            </p:cNvPr>
            <p:cNvSpPr/>
            <p:nvPr/>
          </p:nvSpPr>
          <p:spPr>
            <a:xfrm>
              <a:off x="6226110" y="4797682"/>
              <a:ext cx="548640" cy="640080"/>
            </a:xfrm>
            <a:prstGeom prst="flowChartConnector">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 name="Graphic 29" descr="Badge New with solid fill">
            <a:extLst>
              <a:ext uri="{FF2B5EF4-FFF2-40B4-BE49-F238E27FC236}">
                <a16:creationId xmlns:a16="http://schemas.microsoft.com/office/drawing/2014/main" id="{0B9F43CF-86AE-A43C-7034-580030364E35}"/>
              </a:ext>
            </a:extLst>
          </p:cNvPr>
          <p:cNvPicPr preferRelativeResize="0">
            <a:picLocks/>
          </p:cNvPicPr>
          <p:nvPr/>
        </p:nvPicPr>
        <p:blipFill>
          <a:blip r:embed="rId17">
            <a:extLst>
              <a:ext uri="{96DAC541-7B7A-43D3-8B79-37D633B846F1}">
                <asvg:svgBlip xmlns:asvg="http://schemas.microsoft.com/office/drawing/2016/SVG/main" r:embed="rId18"/>
              </a:ext>
            </a:extLst>
          </a:blip>
          <a:stretch>
            <a:fillRect/>
          </a:stretch>
        </p:blipFill>
        <p:spPr>
          <a:xfrm>
            <a:off x="6271830" y="4843402"/>
            <a:ext cx="457200" cy="548640"/>
          </a:xfrm>
          <a:prstGeom prst="rect">
            <a:avLst/>
          </a:prstGeom>
          <a:effectLst>
            <a:outerShdw blurRad="63500" sx="102000" sy="102000" algn="ctr" rotWithShape="0">
              <a:prstClr val="black">
                <a:alpha val="40000"/>
              </a:prstClr>
            </a:outerShdw>
          </a:effectLst>
        </p:spPr>
      </p:pic>
      <p:sp>
        <p:nvSpPr>
          <p:cNvPr id="33" name="TextBox 32">
            <a:extLst>
              <a:ext uri="{FF2B5EF4-FFF2-40B4-BE49-F238E27FC236}">
                <a16:creationId xmlns:a16="http://schemas.microsoft.com/office/drawing/2014/main" id="{84BC12CC-B917-3C30-7383-827731719CCE}"/>
              </a:ext>
            </a:extLst>
          </p:cNvPr>
          <p:cNvSpPr txBox="1"/>
          <p:nvPr/>
        </p:nvSpPr>
        <p:spPr>
          <a:xfrm>
            <a:off x="6848271" y="4598551"/>
            <a:ext cx="4941651" cy="1785104"/>
          </a:xfrm>
          <a:prstGeom prst="rect">
            <a:avLst/>
          </a:prstGeom>
          <a:noFill/>
        </p:spPr>
        <p:txBody>
          <a:bodyPr wrap="square" rtlCol="0">
            <a:spAutoFit/>
          </a:bodyPr>
          <a:lstStyle/>
          <a:p>
            <a:pPr>
              <a:spcAft>
                <a:spcPts val="600"/>
              </a:spcAft>
            </a:pPr>
            <a:r>
              <a:rPr lang="en-US" dirty="0">
                <a:solidFill>
                  <a:schemeClr val="bg1"/>
                </a:solidFill>
                <a:effectLst>
                  <a:outerShdw blurRad="38100" dist="38100" dir="2700000" algn="tl">
                    <a:srgbClr val="000000">
                      <a:alpha val="43137"/>
                    </a:srgbClr>
                  </a:outerShdw>
                </a:effectLst>
                <a:latin typeface="Segoe UI Variable Display Semib" pitchFamily="2" charset="0"/>
                <a:cs typeface="Segoe UI Semilight" panose="020B0402040204020203" pitchFamily="34" charset="0"/>
              </a:rPr>
              <a:t>KEY FEATURES</a:t>
            </a:r>
          </a:p>
          <a:p>
            <a:pPr marL="285750" indent="-285750">
              <a:spcAft>
                <a:spcPts val="600"/>
              </a:spcAft>
              <a:buFont typeface="Arial" panose="020B0604020202020204" pitchFamily="34" charset="0"/>
              <a:buChar char="•"/>
            </a:pPr>
            <a:r>
              <a:rPr lang="en-US" dirty="0">
                <a:solidFill>
                  <a:schemeClr val="bg1"/>
                </a:solidFill>
                <a:effectLst>
                  <a:outerShdw blurRad="38100" dist="38100" dir="2700000" algn="tl">
                    <a:srgbClr val="000000">
                      <a:alpha val="43137"/>
                    </a:srgbClr>
                  </a:outerShdw>
                </a:effectLst>
                <a:latin typeface="Segoe UI Variable Text Semiligh" pitchFamily="2" charset="0"/>
                <a:cs typeface="Segoe UI Light" panose="020B0502040204020203" pitchFamily="34" charset="0"/>
              </a:rPr>
              <a:t>Fully reproducible</a:t>
            </a:r>
          </a:p>
          <a:p>
            <a:pPr marL="285750" indent="-285750">
              <a:spcAft>
                <a:spcPts val="600"/>
              </a:spcAft>
              <a:buFont typeface="Arial" panose="020B0604020202020204" pitchFamily="34" charset="0"/>
              <a:buChar char="•"/>
            </a:pPr>
            <a:r>
              <a:rPr lang="en-US" dirty="0">
                <a:solidFill>
                  <a:schemeClr val="bg1"/>
                </a:solidFill>
                <a:effectLst>
                  <a:outerShdw blurRad="38100" dist="38100" dir="2700000" algn="tl">
                    <a:srgbClr val="000000">
                      <a:alpha val="43137"/>
                    </a:srgbClr>
                  </a:outerShdw>
                </a:effectLst>
                <a:latin typeface="Segoe UI Variable Text Semiligh" pitchFamily="2" charset="0"/>
                <a:cs typeface="Segoe UI Light" panose="020B0502040204020203" pitchFamily="34" charset="0"/>
              </a:rPr>
              <a:t>No manual downloads</a:t>
            </a:r>
          </a:p>
          <a:p>
            <a:pPr marL="285750" indent="-285750">
              <a:spcAft>
                <a:spcPts val="600"/>
              </a:spcAft>
              <a:buFont typeface="Arial" panose="020B0604020202020204" pitchFamily="34" charset="0"/>
              <a:buChar char="•"/>
            </a:pPr>
            <a:r>
              <a:rPr lang="en-US" dirty="0">
                <a:solidFill>
                  <a:schemeClr val="bg1"/>
                </a:solidFill>
                <a:effectLst>
                  <a:outerShdw blurRad="38100" dist="38100" dir="2700000" algn="tl">
                    <a:srgbClr val="000000">
                      <a:alpha val="43137"/>
                    </a:srgbClr>
                  </a:outerShdw>
                </a:effectLst>
                <a:latin typeface="Segoe UI Variable Text Semiligh" pitchFamily="2" charset="0"/>
                <a:cs typeface="Segoe UI Light" panose="020B0502040204020203" pitchFamily="34" charset="0"/>
              </a:rPr>
              <a:t>Structured programmatic workflow</a:t>
            </a:r>
          </a:p>
          <a:p>
            <a:endParaRPr lang="en-US" dirty="0">
              <a:solidFill>
                <a:schemeClr val="bg1"/>
              </a:solidFill>
              <a:effectLst>
                <a:outerShdw blurRad="38100" dist="38100" dir="2700000" algn="tl">
                  <a:srgbClr val="000000">
                    <a:alpha val="43137"/>
                  </a:srgbClr>
                </a:outerShdw>
              </a:effectLst>
              <a:latin typeface="Segoe UI Semilight" panose="020B0402040204020203" pitchFamily="34" charset="0"/>
              <a:cs typeface="Segoe UI Semilight" panose="020B0402040204020203" pitchFamily="34" charset="0"/>
            </a:endParaRPr>
          </a:p>
        </p:txBody>
      </p:sp>
    </p:spTree>
    <p:extLst>
      <p:ext uri="{BB962C8B-B14F-4D97-AF65-F5344CB8AC3E}">
        <p14:creationId xmlns:p14="http://schemas.microsoft.com/office/powerpoint/2010/main" val="2249389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4E9D8-42C3-4753-348A-2AF5D53EB250}"/>
              </a:ext>
            </a:extLst>
          </p:cNvPr>
          <p:cNvSpPr>
            <a:spLocks noGrp="1"/>
          </p:cNvSpPr>
          <p:nvPr>
            <p:ph type="title"/>
          </p:nvPr>
        </p:nvSpPr>
        <p:spPr>
          <a:xfrm>
            <a:off x="838200" y="34385"/>
            <a:ext cx="10515600" cy="1132935"/>
          </a:xfrm>
        </p:spPr>
        <p:txBody>
          <a:bodyPr/>
          <a:lstStyle/>
          <a:p>
            <a:r>
              <a:rPr lang="en-US" dirty="0">
                <a:solidFill>
                  <a:srgbClr val="002060"/>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DATA PREPROCESSING </a:t>
            </a:r>
            <a:r>
              <a:rPr lang="en-US" dirty="0">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APPROACH</a:t>
            </a:r>
          </a:p>
        </p:txBody>
      </p:sp>
      <p:grpSp>
        <p:nvGrpSpPr>
          <p:cNvPr id="16" name="Group 15">
            <a:extLst>
              <a:ext uri="{FF2B5EF4-FFF2-40B4-BE49-F238E27FC236}">
                <a16:creationId xmlns:a16="http://schemas.microsoft.com/office/drawing/2014/main" id="{3F62E07E-1626-50D9-AD79-B084115FF618}"/>
              </a:ext>
            </a:extLst>
          </p:cNvPr>
          <p:cNvGrpSpPr>
            <a:grpSpLocks noGrp="1" noUngrp="1" noRot="1" noMove="1" noResize="1"/>
          </p:cNvGrpSpPr>
          <p:nvPr/>
        </p:nvGrpSpPr>
        <p:grpSpPr>
          <a:xfrm>
            <a:off x="632297" y="1167320"/>
            <a:ext cx="5000017" cy="924126"/>
            <a:chOff x="632297" y="1167320"/>
            <a:chExt cx="5000017" cy="924126"/>
          </a:xfrm>
          <a:effectLst>
            <a:outerShdw blurRad="50800" dist="38100" dir="2700000" algn="tl" rotWithShape="0">
              <a:prstClr val="black">
                <a:alpha val="40000"/>
              </a:prstClr>
            </a:outerShdw>
          </a:effectLst>
        </p:grpSpPr>
        <p:sp>
          <p:nvSpPr>
            <p:cNvPr id="4" name="Rectangle: Rounded Corners 3">
              <a:extLst>
                <a:ext uri="{FF2B5EF4-FFF2-40B4-BE49-F238E27FC236}">
                  <a16:creationId xmlns:a16="http://schemas.microsoft.com/office/drawing/2014/main" id="{14D3EAD9-C299-AB17-D75C-7FA3D6B162B9}"/>
                </a:ext>
              </a:extLst>
            </p:cNvPr>
            <p:cNvSpPr>
              <a:spLocks noGrp="1" noRot="1" noMove="1" noResize="1" noEditPoints="1" noAdjustHandles="1" noChangeArrowheads="1" noChangeShapeType="1"/>
            </p:cNvSpPr>
            <p:nvPr/>
          </p:nvSpPr>
          <p:spPr>
            <a:xfrm>
              <a:off x="632297" y="1167320"/>
              <a:ext cx="5000017" cy="924126"/>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Rounded Corners 11">
              <a:extLst>
                <a:ext uri="{FF2B5EF4-FFF2-40B4-BE49-F238E27FC236}">
                  <a16:creationId xmlns:a16="http://schemas.microsoft.com/office/drawing/2014/main" id="{AB993529-0634-280F-AA75-66B0BB3EAD0F}"/>
                </a:ext>
              </a:extLst>
            </p:cNvPr>
            <p:cNvSpPr>
              <a:spLocks noGrp="1" noRot="1" noMove="1" noResize="1" noEditPoints="1" noAdjustHandles="1" noChangeArrowheads="1" noChangeShapeType="1"/>
            </p:cNvSpPr>
            <p:nvPr/>
          </p:nvSpPr>
          <p:spPr>
            <a:xfrm>
              <a:off x="632297" y="1167320"/>
              <a:ext cx="1040860" cy="924126"/>
            </a:xfrm>
            <a:prstGeom prst="roundRect">
              <a:avLst/>
            </a:prstGeom>
            <a:solidFill>
              <a:srgbClr val="7F9D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90867FA-B640-4BC8-33F1-4471F731DEFB}"/>
                </a:ext>
              </a:extLst>
            </p:cNvPr>
            <p:cNvSpPr>
              <a:spLocks noGrp="1" noRot="1" noMove="1" noResize="1" noEditPoints="1" noAdjustHandles="1" noChangeArrowheads="1" noChangeShapeType="1"/>
            </p:cNvSpPr>
            <p:nvPr/>
          </p:nvSpPr>
          <p:spPr>
            <a:xfrm>
              <a:off x="1546698" y="1167320"/>
              <a:ext cx="904672" cy="92412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54C4F19A-2ACA-F8DB-8D18-9E7A7B639717}"/>
              </a:ext>
            </a:extLst>
          </p:cNvPr>
          <p:cNvGrpSpPr>
            <a:grpSpLocks noGrp="1" noUngrp="1" noRot="1" noMove="1" noResize="1"/>
          </p:cNvGrpSpPr>
          <p:nvPr/>
        </p:nvGrpSpPr>
        <p:grpSpPr>
          <a:xfrm>
            <a:off x="632295" y="3842428"/>
            <a:ext cx="5000017" cy="924126"/>
            <a:chOff x="632295" y="3842428"/>
            <a:chExt cx="5000017" cy="924126"/>
          </a:xfrm>
          <a:effectLst>
            <a:outerShdw blurRad="50800" dist="38100" dir="2700000" algn="tl" rotWithShape="0">
              <a:prstClr val="black">
                <a:alpha val="40000"/>
              </a:prstClr>
            </a:outerShdw>
          </a:effectLst>
        </p:grpSpPr>
        <p:sp>
          <p:nvSpPr>
            <p:cNvPr id="6" name="Rectangle: Rounded Corners 5">
              <a:extLst>
                <a:ext uri="{FF2B5EF4-FFF2-40B4-BE49-F238E27FC236}">
                  <a16:creationId xmlns:a16="http://schemas.microsoft.com/office/drawing/2014/main" id="{E194474C-4A00-178D-FDC9-F6D77676E6F6}"/>
                </a:ext>
              </a:extLst>
            </p:cNvPr>
            <p:cNvSpPr>
              <a:spLocks noGrp="1" noRot="1" noMove="1" noResize="1" noEditPoints="1" noAdjustHandles="1" noChangeArrowheads="1" noChangeShapeType="1"/>
            </p:cNvSpPr>
            <p:nvPr/>
          </p:nvSpPr>
          <p:spPr>
            <a:xfrm>
              <a:off x="632295" y="3842428"/>
              <a:ext cx="5000017" cy="924126"/>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C2D16B00-AF27-086F-0F5D-9AE638EB93F5}"/>
                </a:ext>
              </a:extLst>
            </p:cNvPr>
            <p:cNvSpPr>
              <a:spLocks noGrp="1" noRot="1" noMove="1" noResize="1" noEditPoints="1" noAdjustHandles="1" noChangeArrowheads="1" noChangeShapeType="1"/>
            </p:cNvSpPr>
            <p:nvPr/>
          </p:nvSpPr>
          <p:spPr>
            <a:xfrm>
              <a:off x="632297" y="3842428"/>
              <a:ext cx="1040860" cy="924126"/>
            </a:xfrm>
            <a:prstGeom prst="roundRect">
              <a:avLst/>
            </a:prstGeom>
            <a:solidFill>
              <a:srgbClr val="3E6B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DB0EDBA-C74D-69D5-3980-FE524A9A4BA6}"/>
                </a:ext>
              </a:extLst>
            </p:cNvPr>
            <p:cNvSpPr>
              <a:spLocks noGrp="1" noRot="1" noMove="1" noResize="1" noEditPoints="1" noAdjustHandles="1" noChangeArrowheads="1" noChangeShapeType="1"/>
            </p:cNvSpPr>
            <p:nvPr/>
          </p:nvSpPr>
          <p:spPr>
            <a:xfrm>
              <a:off x="1546698" y="3842428"/>
              <a:ext cx="904672" cy="92412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C41524E7-A95D-D10C-B5B1-2BCA563B8ACD}"/>
              </a:ext>
            </a:extLst>
          </p:cNvPr>
          <p:cNvGrpSpPr>
            <a:grpSpLocks noGrp="1" noUngrp="1" noRot="1" noMove="1" noResize="1"/>
          </p:cNvGrpSpPr>
          <p:nvPr/>
        </p:nvGrpSpPr>
        <p:grpSpPr>
          <a:xfrm>
            <a:off x="632294" y="5228617"/>
            <a:ext cx="5000017" cy="924126"/>
            <a:chOff x="632294" y="5228617"/>
            <a:chExt cx="5000017" cy="924126"/>
          </a:xfrm>
          <a:effectLst>
            <a:outerShdw blurRad="50800" dist="38100" dir="2700000" algn="tl" rotWithShape="0">
              <a:prstClr val="black">
                <a:alpha val="40000"/>
              </a:prstClr>
            </a:outerShdw>
          </a:effectLst>
        </p:grpSpPr>
        <p:sp>
          <p:nvSpPr>
            <p:cNvPr id="7" name="Rectangle: Rounded Corners 6">
              <a:extLst>
                <a:ext uri="{FF2B5EF4-FFF2-40B4-BE49-F238E27FC236}">
                  <a16:creationId xmlns:a16="http://schemas.microsoft.com/office/drawing/2014/main" id="{648D178D-E4EB-A9AA-7F5C-2CF2E1FEA4FB}"/>
                </a:ext>
              </a:extLst>
            </p:cNvPr>
            <p:cNvSpPr>
              <a:spLocks noGrp="1" noRot="1" noMove="1" noResize="1" noEditPoints="1" noAdjustHandles="1" noChangeArrowheads="1" noChangeShapeType="1"/>
            </p:cNvSpPr>
            <p:nvPr/>
          </p:nvSpPr>
          <p:spPr>
            <a:xfrm>
              <a:off x="632294" y="5228617"/>
              <a:ext cx="5000017" cy="924126"/>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B6A65D2B-6E51-D72D-4D17-E4811E3E335D}"/>
                </a:ext>
              </a:extLst>
            </p:cNvPr>
            <p:cNvSpPr>
              <a:spLocks noGrp="1" noRot="1" noMove="1" noResize="1" noEditPoints="1" noAdjustHandles="1" noChangeArrowheads="1" noChangeShapeType="1"/>
            </p:cNvSpPr>
            <p:nvPr/>
          </p:nvSpPr>
          <p:spPr>
            <a:xfrm>
              <a:off x="632294" y="5228617"/>
              <a:ext cx="1040860" cy="924126"/>
            </a:xfrm>
            <a:prstGeom prst="roundRect">
              <a:avLst/>
            </a:prstGeom>
            <a:solidFill>
              <a:srgbClr val="2E57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4357ED41-DCD5-84A7-7769-E3680121CEC5}"/>
                </a:ext>
              </a:extLst>
            </p:cNvPr>
            <p:cNvSpPr>
              <a:spLocks noGrp="1" noRot="1" noMove="1" noResize="1" noEditPoints="1" noAdjustHandles="1" noChangeArrowheads="1" noChangeShapeType="1"/>
            </p:cNvSpPr>
            <p:nvPr/>
          </p:nvSpPr>
          <p:spPr>
            <a:xfrm>
              <a:off x="1546695" y="5228617"/>
              <a:ext cx="904672" cy="92412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1054E0F9-7EDF-0737-6CF9-4DA06D5E03E5}"/>
              </a:ext>
            </a:extLst>
          </p:cNvPr>
          <p:cNvGrpSpPr>
            <a:grpSpLocks noGrp="1" noUngrp="1" noRot="1" noMove="1" noResize="1"/>
          </p:cNvGrpSpPr>
          <p:nvPr/>
        </p:nvGrpSpPr>
        <p:grpSpPr>
          <a:xfrm>
            <a:off x="6559688" y="1167320"/>
            <a:ext cx="5000017" cy="924126"/>
            <a:chOff x="6559688" y="1167320"/>
            <a:chExt cx="5000017" cy="924126"/>
          </a:xfrm>
          <a:effectLst>
            <a:outerShdw blurRad="50800" dist="38100" dir="2700000" algn="tl" rotWithShape="0">
              <a:prstClr val="black">
                <a:alpha val="40000"/>
              </a:prstClr>
            </a:outerShdw>
          </a:effectLst>
        </p:grpSpPr>
        <p:sp>
          <p:nvSpPr>
            <p:cNvPr id="8" name="Rectangle: Rounded Corners 7">
              <a:extLst>
                <a:ext uri="{FF2B5EF4-FFF2-40B4-BE49-F238E27FC236}">
                  <a16:creationId xmlns:a16="http://schemas.microsoft.com/office/drawing/2014/main" id="{058AB762-C941-CD44-940D-01C60D336C9F}"/>
                </a:ext>
              </a:extLst>
            </p:cNvPr>
            <p:cNvSpPr>
              <a:spLocks noGrp="1" noRot="1" noMove="1" noResize="1" noEditPoints="1" noAdjustHandles="1" noChangeArrowheads="1" noChangeShapeType="1"/>
            </p:cNvSpPr>
            <p:nvPr/>
          </p:nvSpPr>
          <p:spPr>
            <a:xfrm>
              <a:off x="6559688" y="1167320"/>
              <a:ext cx="5000017" cy="924126"/>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B86A04CC-78CA-A553-3995-D51877C0DE10}"/>
                </a:ext>
              </a:extLst>
            </p:cNvPr>
            <p:cNvSpPr>
              <a:spLocks noGrp="1" noRot="1" noMove="1" noResize="1" noEditPoints="1" noAdjustHandles="1" noChangeArrowheads="1" noChangeShapeType="1"/>
            </p:cNvSpPr>
            <p:nvPr/>
          </p:nvSpPr>
          <p:spPr>
            <a:xfrm>
              <a:off x="6559688" y="1167320"/>
              <a:ext cx="1040860" cy="924126"/>
            </a:xfrm>
            <a:prstGeom prst="roundRect">
              <a:avLst/>
            </a:prstGeom>
            <a:solidFill>
              <a:srgbClr val="2E57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10754401-AD8D-07E1-B8DA-6099A0D33A3E}"/>
                </a:ext>
              </a:extLst>
            </p:cNvPr>
            <p:cNvSpPr>
              <a:spLocks noGrp="1" noRot="1" noMove="1" noResize="1" noEditPoints="1" noAdjustHandles="1" noChangeArrowheads="1" noChangeShapeType="1"/>
            </p:cNvSpPr>
            <p:nvPr/>
          </p:nvSpPr>
          <p:spPr>
            <a:xfrm>
              <a:off x="7474089" y="1167320"/>
              <a:ext cx="904672" cy="92412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46AC174B-40BA-041F-E315-ACB4AFDF6F33}"/>
              </a:ext>
            </a:extLst>
          </p:cNvPr>
          <p:cNvGrpSpPr>
            <a:grpSpLocks noGrp="1" noUngrp="1" noRot="1" noMove="1" noResize="1"/>
          </p:cNvGrpSpPr>
          <p:nvPr/>
        </p:nvGrpSpPr>
        <p:grpSpPr>
          <a:xfrm>
            <a:off x="6559688" y="2504874"/>
            <a:ext cx="5000017" cy="924126"/>
            <a:chOff x="6559688" y="2504874"/>
            <a:chExt cx="5000017" cy="924126"/>
          </a:xfrm>
          <a:effectLst>
            <a:outerShdw blurRad="50800" dist="38100" dir="2700000" algn="tl" rotWithShape="0">
              <a:prstClr val="black">
                <a:alpha val="40000"/>
              </a:prstClr>
            </a:outerShdw>
          </a:effectLst>
        </p:grpSpPr>
        <p:sp>
          <p:nvSpPr>
            <p:cNvPr id="9" name="Rectangle: Rounded Corners 8">
              <a:extLst>
                <a:ext uri="{FF2B5EF4-FFF2-40B4-BE49-F238E27FC236}">
                  <a16:creationId xmlns:a16="http://schemas.microsoft.com/office/drawing/2014/main" id="{375BE60E-8CA6-642C-28DA-C35009FBED63}"/>
                </a:ext>
              </a:extLst>
            </p:cNvPr>
            <p:cNvSpPr>
              <a:spLocks noGrp="1" noRot="1" noMove="1" noResize="1" noEditPoints="1" noAdjustHandles="1" noChangeArrowheads="1" noChangeShapeType="1"/>
            </p:cNvSpPr>
            <p:nvPr/>
          </p:nvSpPr>
          <p:spPr>
            <a:xfrm>
              <a:off x="6559688" y="2504874"/>
              <a:ext cx="5000017" cy="924126"/>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06D20D5D-616F-D0C2-2CE9-CF81AB6205AB}"/>
                </a:ext>
              </a:extLst>
            </p:cNvPr>
            <p:cNvSpPr>
              <a:spLocks noGrp="1" noRot="1" noMove="1" noResize="1" noEditPoints="1" noAdjustHandles="1" noChangeArrowheads="1" noChangeShapeType="1"/>
            </p:cNvSpPr>
            <p:nvPr/>
          </p:nvSpPr>
          <p:spPr>
            <a:xfrm>
              <a:off x="6559688" y="2504874"/>
              <a:ext cx="1040860" cy="924126"/>
            </a:xfrm>
            <a:prstGeom prst="roundRect">
              <a:avLst/>
            </a:prstGeom>
            <a:solidFill>
              <a:srgbClr val="3E6B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18C3887C-E36E-4DB3-A923-BE257E2E9DDB}"/>
                </a:ext>
              </a:extLst>
            </p:cNvPr>
            <p:cNvSpPr>
              <a:spLocks noGrp="1" noRot="1" noMove="1" noResize="1" noEditPoints="1" noAdjustHandles="1" noChangeArrowheads="1" noChangeShapeType="1"/>
            </p:cNvSpPr>
            <p:nvPr/>
          </p:nvSpPr>
          <p:spPr>
            <a:xfrm>
              <a:off x="7474089" y="2504874"/>
              <a:ext cx="904672" cy="92412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796C1ABB-F847-19C7-BA68-C1F904E7A0E5}"/>
              </a:ext>
            </a:extLst>
          </p:cNvPr>
          <p:cNvGrpSpPr>
            <a:grpSpLocks noGrp="1" noUngrp="1" noRot="1" noMove="1" noResize="1"/>
          </p:cNvGrpSpPr>
          <p:nvPr/>
        </p:nvGrpSpPr>
        <p:grpSpPr>
          <a:xfrm>
            <a:off x="6546713" y="3842428"/>
            <a:ext cx="5012991" cy="924126"/>
            <a:chOff x="6546713" y="3842428"/>
            <a:chExt cx="5012991" cy="924126"/>
          </a:xfrm>
          <a:effectLst>
            <a:outerShdw blurRad="50800" dist="38100" dir="2700000" algn="tl" rotWithShape="0">
              <a:prstClr val="black">
                <a:alpha val="40000"/>
              </a:prstClr>
            </a:outerShdw>
          </a:effectLst>
        </p:grpSpPr>
        <p:sp>
          <p:nvSpPr>
            <p:cNvPr id="10" name="Rectangle: Rounded Corners 9">
              <a:extLst>
                <a:ext uri="{FF2B5EF4-FFF2-40B4-BE49-F238E27FC236}">
                  <a16:creationId xmlns:a16="http://schemas.microsoft.com/office/drawing/2014/main" id="{4DE89783-F499-5F1F-DD1C-FF049C6F0A25}"/>
                </a:ext>
              </a:extLst>
            </p:cNvPr>
            <p:cNvSpPr>
              <a:spLocks noGrp="1" noRot="1" noMove="1" noResize="1" noEditPoints="1" noAdjustHandles="1" noChangeArrowheads="1" noChangeShapeType="1"/>
            </p:cNvSpPr>
            <p:nvPr/>
          </p:nvSpPr>
          <p:spPr>
            <a:xfrm>
              <a:off x="6559687" y="3842428"/>
              <a:ext cx="5000017" cy="924126"/>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A601D109-4BFA-A354-F5EA-DE62C09701A3}"/>
                </a:ext>
              </a:extLst>
            </p:cNvPr>
            <p:cNvSpPr>
              <a:spLocks noGrp="1" noRot="1" noMove="1" noResize="1" noEditPoints="1" noAdjustHandles="1" noChangeArrowheads="1" noChangeShapeType="1"/>
            </p:cNvSpPr>
            <p:nvPr/>
          </p:nvSpPr>
          <p:spPr>
            <a:xfrm>
              <a:off x="6546713" y="3842428"/>
              <a:ext cx="1040860" cy="924126"/>
            </a:xfrm>
            <a:prstGeom prst="roundRect">
              <a:avLst/>
            </a:prstGeom>
            <a:solidFill>
              <a:srgbClr val="6387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0FB814C1-BF55-26D2-2F8B-4FDF2B20241B}"/>
                </a:ext>
              </a:extLst>
            </p:cNvPr>
            <p:cNvSpPr>
              <a:spLocks noGrp="1" noRot="1" noMove="1" noResize="1" noEditPoints="1" noAdjustHandles="1" noChangeArrowheads="1" noChangeShapeType="1"/>
            </p:cNvSpPr>
            <p:nvPr/>
          </p:nvSpPr>
          <p:spPr>
            <a:xfrm>
              <a:off x="7461114" y="3842428"/>
              <a:ext cx="904672" cy="92412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19985698-70DB-3C55-3141-C65F0B3DA870}"/>
              </a:ext>
            </a:extLst>
          </p:cNvPr>
          <p:cNvGrpSpPr>
            <a:grpSpLocks noGrp="1" noUngrp="1" noRot="1" noMove="1" noResize="1"/>
          </p:cNvGrpSpPr>
          <p:nvPr/>
        </p:nvGrpSpPr>
        <p:grpSpPr>
          <a:xfrm>
            <a:off x="6546712" y="5228617"/>
            <a:ext cx="5012991" cy="924126"/>
            <a:chOff x="6546712" y="5228617"/>
            <a:chExt cx="5012991" cy="924126"/>
          </a:xfrm>
          <a:effectLst>
            <a:outerShdw blurRad="50800" dist="38100" dir="2700000" algn="tl" rotWithShape="0">
              <a:prstClr val="black">
                <a:alpha val="40000"/>
              </a:prstClr>
            </a:outerShdw>
          </a:effectLst>
        </p:grpSpPr>
        <p:sp>
          <p:nvSpPr>
            <p:cNvPr id="11" name="Rectangle: Rounded Corners 10">
              <a:extLst>
                <a:ext uri="{FF2B5EF4-FFF2-40B4-BE49-F238E27FC236}">
                  <a16:creationId xmlns:a16="http://schemas.microsoft.com/office/drawing/2014/main" id="{6D801621-BD5B-4AB6-C4D7-BF830C5128E7}"/>
                </a:ext>
              </a:extLst>
            </p:cNvPr>
            <p:cNvSpPr>
              <a:spLocks noGrp="1" noRot="1" noMove="1" noResize="1" noEditPoints="1" noAdjustHandles="1" noChangeArrowheads="1" noChangeShapeType="1"/>
            </p:cNvSpPr>
            <p:nvPr/>
          </p:nvSpPr>
          <p:spPr>
            <a:xfrm>
              <a:off x="6559686" y="5228617"/>
              <a:ext cx="5000017" cy="924126"/>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6E0C3C7E-8E8C-33FA-7713-2D512EE30A8D}"/>
                </a:ext>
              </a:extLst>
            </p:cNvPr>
            <p:cNvSpPr>
              <a:spLocks noGrp="1" noRot="1" noMove="1" noResize="1" noEditPoints="1" noAdjustHandles="1" noChangeArrowheads="1" noChangeShapeType="1"/>
            </p:cNvSpPr>
            <p:nvPr/>
          </p:nvSpPr>
          <p:spPr>
            <a:xfrm>
              <a:off x="6546712" y="5228617"/>
              <a:ext cx="1040860" cy="924126"/>
            </a:xfrm>
            <a:prstGeom prst="roundRect">
              <a:avLst/>
            </a:prstGeom>
            <a:solidFill>
              <a:srgbClr val="7F9D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3B13CEBC-8F70-15FE-AF9A-8834C7D25543}"/>
                </a:ext>
              </a:extLst>
            </p:cNvPr>
            <p:cNvSpPr>
              <a:spLocks noGrp="1" noRot="1" noMove="1" noResize="1" noEditPoints="1" noAdjustHandles="1" noChangeArrowheads="1" noChangeShapeType="1"/>
            </p:cNvSpPr>
            <p:nvPr/>
          </p:nvSpPr>
          <p:spPr>
            <a:xfrm>
              <a:off x="7461113" y="5228617"/>
              <a:ext cx="904672" cy="92412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Flowchart: Connector 37">
            <a:extLst>
              <a:ext uri="{FF2B5EF4-FFF2-40B4-BE49-F238E27FC236}">
                <a16:creationId xmlns:a16="http://schemas.microsoft.com/office/drawing/2014/main" id="{C5F35E09-CBB2-5388-28CA-78745FFF1E02}"/>
              </a:ext>
            </a:extLst>
          </p:cNvPr>
          <p:cNvSpPr/>
          <p:nvPr/>
        </p:nvSpPr>
        <p:spPr>
          <a:xfrm>
            <a:off x="1229898" y="1285026"/>
            <a:ext cx="640080" cy="640080"/>
          </a:xfrm>
          <a:prstGeom prst="flowChartConnector">
            <a:avLst/>
          </a:prstGeom>
          <a:solidFill>
            <a:schemeClr val="bg1"/>
          </a:solidFill>
          <a:ln w="76200">
            <a:solidFill>
              <a:srgbClr val="7F9DDE"/>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a:extLst>
              <a:ext uri="{FF2B5EF4-FFF2-40B4-BE49-F238E27FC236}">
                <a16:creationId xmlns:a16="http://schemas.microsoft.com/office/drawing/2014/main" id="{76F61B4C-2B67-CBAB-65BD-DD53D461A7AF}"/>
              </a:ext>
            </a:extLst>
          </p:cNvPr>
          <p:cNvGrpSpPr>
            <a:grpSpLocks noGrp="1" noUngrp="1" noRot="1" noMove="1" noResize="1"/>
          </p:cNvGrpSpPr>
          <p:nvPr/>
        </p:nvGrpSpPr>
        <p:grpSpPr>
          <a:xfrm>
            <a:off x="632294" y="2504874"/>
            <a:ext cx="5000019" cy="924126"/>
            <a:chOff x="632294" y="2504874"/>
            <a:chExt cx="5000019" cy="924126"/>
          </a:xfrm>
          <a:effectLst>
            <a:outerShdw blurRad="50800" dist="38100" dir="2700000" algn="tl" rotWithShape="0">
              <a:prstClr val="black">
                <a:alpha val="40000"/>
              </a:prstClr>
            </a:outerShdw>
          </a:effectLst>
        </p:grpSpPr>
        <p:grpSp>
          <p:nvGrpSpPr>
            <p:cNvPr id="19" name="Group 18">
              <a:extLst>
                <a:ext uri="{FF2B5EF4-FFF2-40B4-BE49-F238E27FC236}">
                  <a16:creationId xmlns:a16="http://schemas.microsoft.com/office/drawing/2014/main" id="{950D3687-80BE-04A4-5726-F46C79F4FACD}"/>
                </a:ext>
              </a:extLst>
            </p:cNvPr>
            <p:cNvGrpSpPr>
              <a:grpSpLocks noGrp="1" noUngrp="1" noRot="1" noMove="1" noResize="1"/>
            </p:cNvGrpSpPr>
            <p:nvPr/>
          </p:nvGrpSpPr>
          <p:grpSpPr>
            <a:xfrm>
              <a:off x="632294" y="2504874"/>
              <a:ext cx="5000019" cy="924126"/>
              <a:chOff x="632294" y="2504874"/>
              <a:chExt cx="5000019" cy="924126"/>
            </a:xfrm>
          </p:grpSpPr>
          <p:sp>
            <p:nvSpPr>
              <p:cNvPr id="5" name="Rectangle: Rounded Corners 4">
                <a:extLst>
                  <a:ext uri="{FF2B5EF4-FFF2-40B4-BE49-F238E27FC236}">
                    <a16:creationId xmlns:a16="http://schemas.microsoft.com/office/drawing/2014/main" id="{4D64C463-051D-1912-4B8A-738E0AFB8D63}"/>
                  </a:ext>
                </a:extLst>
              </p:cNvPr>
              <p:cNvSpPr>
                <a:spLocks noGrp="1" noRot="1" noMove="1" noResize="1" noEditPoints="1" noAdjustHandles="1" noChangeArrowheads="1" noChangeShapeType="1"/>
              </p:cNvSpPr>
              <p:nvPr/>
            </p:nvSpPr>
            <p:spPr>
              <a:xfrm>
                <a:off x="632296" y="2504874"/>
                <a:ext cx="5000017" cy="924126"/>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1336C1D9-19C8-3088-CE54-A3647D93D6B9}"/>
                  </a:ext>
                </a:extLst>
              </p:cNvPr>
              <p:cNvSpPr>
                <a:spLocks noGrp="1" noRot="1" noMove="1" noResize="1" noEditPoints="1" noAdjustHandles="1" noChangeArrowheads="1" noChangeShapeType="1"/>
              </p:cNvSpPr>
              <p:nvPr/>
            </p:nvSpPr>
            <p:spPr>
              <a:xfrm>
                <a:off x="632294" y="2504874"/>
                <a:ext cx="1040860" cy="924126"/>
              </a:xfrm>
              <a:prstGeom prst="roundRect">
                <a:avLst/>
              </a:prstGeom>
              <a:solidFill>
                <a:srgbClr val="6387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1E8A366-F7F1-8CF0-B630-896EC8A71133}"/>
                  </a:ext>
                </a:extLst>
              </p:cNvPr>
              <p:cNvSpPr>
                <a:spLocks noGrp="1" noRot="1" noMove="1" noResize="1" noEditPoints="1" noAdjustHandles="1" noChangeArrowheads="1" noChangeShapeType="1"/>
              </p:cNvSpPr>
              <p:nvPr/>
            </p:nvSpPr>
            <p:spPr>
              <a:xfrm>
                <a:off x="1546695" y="2504874"/>
                <a:ext cx="904672" cy="92412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Flowchart: Connector 38">
              <a:extLst>
                <a:ext uri="{FF2B5EF4-FFF2-40B4-BE49-F238E27FC236}">
                  <a16:creationId xmlns:a16="http://schemas.microsoft.com/office/drawing/2014/main" id="{FFAD1BF5-E68C-E622-7718-665EFAF1CD58}"/>
                </a:ext>
              </a:extLst>
            </p:cNvPr>
            <p:cNvSpPr>
              <a:spLocks noGrp="1" noRot="1" noMove="1" noResize="1" noEditPoints="1" noAdjustHandles="1" noChangeArrowheads="1" noChangeShapeType="1"/>
            </p:cNvSpPr>
            <p:nvPr/>
          </p:nvSpPr>
          <p:spPr>
            <a:xfrm>
              <a:off x="1226654" y="2646897"/>
              <a:ext cx="640080" cy="640080"/>
            </a:xfrm>
            <a:prstGeom prst="flowChartConnector">
              <a:avLst/>
            </a:prstGeom>
            <a:solidFill>
              <a:schemeClr val="bg1"/>
            </a:solidFill>
            <a:ln w="76200">
              <a:solidFill>
                <a:srgbClr val="6387D7"/>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Flowchart: Connector 39">
            <a:extLst>
              <a:ext uri="{FF2B5EF4-FFF2-40B4-BE49-F238E27FC236}">
                <a16:creationId xmlns:a16="http://schemas.microsoft.com/office/drawing/2014/main" id="{BB792C1A-7089-2056-4DD5-78047B17C2D7}"/>
              </a:ext>
            </a:extLst>
          </p:cNvPr>
          <p:cNvSpPr/>
          <p:nvPr/>
        </p:nvSpPr>
        <p:spPr>
          <a:xfrm>
            <a:off x="1229898" y="3984451"/>
            <a:ext cx="640080" cy="640080"/>
          </a:xfrm>
          <a:prstGeom prst="flowChartConnector">
            <a:avLst/>
          </a:prstGeom>
          <a:solidFill>
            <a:schemeClr val="bg1"/>
          </a:solidFill>
          <a:ln w="76200">
            <a:solidFill>
              <a:srgbClr val="3E6BCE"/>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lowchart: Connector 40">
            <a:extLst>
              <a:ext uri="{FF2B5EF4-FFF2-40B4-BE49-F238E27FC236}">
                <a16:creationId xmlns:a16="http://schemas.microsoft.com/office/drawing/2014/main" id="{9378F14D-B2C1-8589-738D-E34AF46A6AF0}"/>
              </a:ext>
            </a:extLst>
          </p:cNvPr>
          <p:cNvSpPr/>
          <p:nvPr/>
        </p:nvSpPr>
        <p:spPr>
          <a:xfrm>
            <a:off x="1226654" y="5370640"/>
            <a:ext cx="640080" cy="640080"/>
          </a:xfrm>
          <a:prstGeom prst="flowChartConnector">
            <a:avLst/>
          </a:prstGeom>
          <a:solidFill>
            <a:schemeClr val="bg1"/>
          </a:solidFill>
          <a:ln w="76200">
            <a:solidFill>
              <a:srgbClr val="2E57B4"/>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lowchart: Connector 41">
            <a:extLst>
              <a:ext uri="{FF2B5EF4-FFF2-40B4-BE49-F238E27FC236}">
                <a16:creationId xmlns:a16="http://schemas.microsoft.com/office/drawing/2014/main" id="{4FB9D9B7-23CA-63F8-F121-3353C4451AF8}"/>
              </a:ext>
            </a:extLst>
          </p:cNvPr>
          <p:cNvSpPr/>
          <p:nvPr/>
        </p:nvSpPr>
        <p:spPr>
          <a:xfrm>
            <a:off x="7141074" y="5370640"/>
            <a:ext cx="640080" cy="640080"/>
          </a:xfrm>
          <a:prstGeom prst="flowChartConnector">
            <a:avLst/>
          </a:prstGeom>
          <a:solidFill>
            <a:schemeClr val="bg1"/>
          </a:solidFill>
          <a:ln w="76200">
            <a:solidFill>
              <a:srgbClr val="7F9DDE"/>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lowchart: Connector 42">
            <a:extLst>
              <a:ext uri="{FF2B5EF4-FFF2-40B4-BE49-F238E27FC236}">
                <a16:creationId xmlns:a16="http://schemas.microsoft.com/office/drawing/2014/main" id="{305E3F01-AD29-2416-C02D-0D4EB070C474}"/>
              </a:ext>
            </a:extLst>
          </p:cNvPr>
          <p:cNvSpPr/>
          <p:nvPr/>
        </p:nvSpPr>
        <p:spPr>
          <a:xfrm>
            <a:off x="7154049" y="3984451"/>
            <a:ext cx="640080" cy="640080"/>
          </a:xfrm>
          <a:prstGeom prst="flowChartConnector">
            <a:avLst/>
          </a:prstGeom>
          <a:solidFill>
            <a:schemeClr val="bg1"/>
          </a:solidFill>
          <a:ln w="76200">
            <a:solidFill>
              <a:srgbClr val="6387D7"/>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lowchart: Connector 43">
            <a:extLst>
              <a:ext uri="{FF2B5EF4-FFF2-40B4-BE49-F238E27FC236}">
                <a16:creationId xmlns:a16="http://schemas.microsoft.com/office/drawing/2014/main" id="{74ED9C83-8C37-77ED-9AFC-364D35D734ED}"/>
              </a:ext>
            </a:extLst>
          </p:cNvPr>
          <p:cNvSpPr/>
          <p:nvPr/>
        </p:nvSpPr>
        <p:spPr>
          <a:xfrm>
            <a:off x="7141073" y="2646897"/>
            <a:ext cx="640080" cy="640080"/>
          </a:xfrm>
          <a:prstGeom prst="flowChartConnector">
            <a:avLst/>
          </a:prstGeom>
          <a:solidFill>
            <a:schemeClr val="bg1"/>
          </a:solidFill>
          <a:ln w="76200">
            <a:solidFill>
              <a:srgbClr val="3E6BCE"/>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lowchart: Connector 44">
            <a:extLst>
              <a:ext uri="{FF2B5EF4-FFF2-40B4-BE49-F238E27FC236}">
                <a16:creationId xmlns:a16="http://schemas.microsoft.com/office/drawing/2014/main" id="{F463202C-A767-4AFD-100E-24B87A1D692F}"/>
              </a:ext>
            </a:extLst>
          </p:cNvPr>
          <p:cNvSpPr/>
          <p:nvPr/>
        </p:nvSpPr>
        <p:spPr>
          <a:xfrm>
            <a:off x="7154049" y="1309343"/>
            <a:ext cx="640080" cy="640080"/>
          </a:xfrm>
          <a:prstGeom prst="flowChartConnector">
            <a:avLst/>
          </a:prstGeom>
          <a:solidFill>
            <a:schemeClr val="bg1"/>
          </a:solidFill>
          <a:ln w="76200">
            <a:solidFill>
              <a:srgbClr val="2E57B4"/>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E74672E3-F6E5-6347-B2AE-6B806B9752AD}"/>
              </a:ext>
            </a:extLst>
          </p:cNvPr>
          <p:cNvSpPr txBox="1"/>
          <p:nvPr/>
        </p:nvSpPr>
        <p:spPr>
          <a:xfrm>
            <a:off x="2042808" y="1309343"/>
            <a:ext cx="3589505" cy="646331"/>
          </a:xfrm>
          <a:prstGeom prst="rect">
            <a:avLst/>
          </a:prstGeom>
          <a:noFill/>
        </p:spPr>
        <p:txBody>
          <a:bodyPr wrap="square" rtlCol="0">
            <a:spAutoFit/>
          </a:bodyPr>
          <a:lstStyle/>
          <a:p>
            <a:r>
              <a:rPr lang="en-US" dirty="0">
                <a:effectLst>
                  <a:outerShdw blurRad="38100" dist="38100" dir="2700000" algn="tl">
                    <a:srgbClr val="000000">
                      <a:alpha val="43137"/>
                    </a:srgbClr>
                  </a:outerShdw>
                </a:effectLst>
                <a:latin typeface="Segoe UI Variable Text Semiligh" pitchFamily="2" charset="0"/>
              </a:rPr>
              <a:t>Converted JSON and CSV responses to pandas </a:t>
            </a:r>
            <a:r>
              <a:rPr lang="en-US" dirty="0" err="1">
                <a:effectLst>
                  <a:outerShdw blurRad="38100" dist="38100" dir="2700000" algn="tl">
                    <a:srgbClr val="000000">
                      <a:alpha val="43137"/>
                    </a:srgbClr>
                  </a:outerShdw>
                </a:effectLst>
                <a:latin typeface="Segoe UI Variable Text Semiligh" pitchFamily="2" charset="0"/>
              </a:rPr>
              <a:t>DataFrames</a:t>
            </a:r>
            <a:endParaRPr lang="en-US" dirty="0">
              <a:effectLst>
                <a:outerShdw blurRad="38100" dist="38100" dir="2700000" algn="tl">
                  <a:srgbClr val="000000">
                    <a:alpha val="43137"/>
                  </a:srgbClr>
                </a:outerShdw>
              </a:effectLst>
              <a:latin typeface="Segoe UI Variable Text Semiligh" pitchFamily="2" charset="0"/>
            </a:endParaRPr>
          </a:p>
        </p:txBody>
      </p:sp>
      <p:pic>
        <p:nvPicPr>
          <p:cNvPr id="50" name="Graphic 49" descr="Single gear with solid fill">
            <a:extLst>
              <a:ext uri="{FF2B5EF4-FFF2-40B4-BE49-F238E27FC236}">
                <a16:creationId xmlns:a16="http://schemas.microsoft.com/office/drawing/2014/main" id="{9804786A-4D36-28AB-D7AC-FE4AEAA12B4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34276" y="2646897"/>
            <a:ext cx="640080" cy="640080"/>
          </a:xfrm>
          <a:prstGeom prst="rect">
            <a:avLst/>
          </a:prstGeom>
        </p:spPr>
      </p:pic>
      <p:sp>
        <p:nvSpPr>
          <p:cNvPr id="54" name="Flowchart: Connector 53">
            <a:extLst>
              <a:ext uri="{FF2B5EF4-FFF2-40B4-BE49-F238E27FC236}">
                <a16:creationId xmlns:a16="http://schemas.microsoft.com/office/drawing/2014/main" id="{832997B3-84EC-5707-04F3-C00A368AA065}"/>
              </a:ext>
            </a:extLst>
          </p:cNvPr>
          <p:cNvSpPr/>
          <p:nvPr/>
        </p:nvSpPr>
        <p:spPr>
          <a:xfrm>
            <a:off x="1417156" y="2829777"/>
            <a:ext cx="274320" cy="274320"/>
          </a:xfrm>
          <a:prstGeom prst="flowChartConnector">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6" name="Graphic 55" descr="Checkmark with solid fill">
            <a:extLst>
              <a:ext uri="{FF2B5EF4-FFF2-40B4-BE49-F238E27FC236}">
                <a16:creationId xmlns:a16="http://schemas.microsoft.com/office/drawing/2014/main" id="{8895194D-EA96-7EFC-E96C-5E2E2AB04E6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64255" y="2875497"/>
            <a:ext cx="182880" cy="182880"/>
          </a:xfrm>
          <a:prstGeom prst="rect">
            <a:avLst/>
          </a:prstGeom>
        </p:spPr>
      </p:pic>
      <p:sp>
        <p:nvSpPr>
          <p:cNvPr id="58" name="TextBox 57">
            <a:extLst>
              <a:ext uri="{FF2B5EF4-FFF2-40B4-BE49-F238E27FC236}">
                <a16:creationId xmlns:a16="http://schemas.microsoft.com/office/drawing/2014/main" id="{11F0DD3E-8D09-EA91-22AD-D18CCC18B33E}"/>
              </a:ext>
            </a:extLst>
          </p:cNvPr>
          <p:cNvSpPr txBox="1"/>
          <p:nvPr/>
        </p:nvSpPr>
        <p:spPr>
          <a:xfrm>
            <a:off x="2049614" y="2782271"/>
            <a:ext cx="3482503" cy="369332"/>
          </a:xfrm>
          <a:prstGeom prst="rect">
            <a:avLst/>
          </a:prstGeom>
          <a:noFill/>
        </p:spPr>
        <p:txBody>
          <a:bodyPr wrap="square" rtlCol="0">
            <a:spAutoFit/>
          </a:bodyPr>
          <a:lstStyle/>
          <a:p>
            <a:r>
              <a:rPr lang="en-US" dirty="0">
                <a:effectLst>
                  <a:outerShdw blurRad="38100" dist="38100" dir="2700000" algn="tl">
                    <a:srgbClr val="000000">
                      <a:alpha val="43137"/>
                    </a:srgbClr>
                  </a:outerShdw>
                </a:effectLst>
                <a:latin typeface="Segoe UI Variable Text Semiligh" pitchFamily="2" charset="0"/>
              </a:rPr>
              <a:t>Standardized column names</a:t>
            </a:r>
          </a:p>
        </p:txBody>
      </p:sp>
      <p:pic>
        <p:nvPicPr>
          <p:cNvPr id="61" name="Graphic 60" descr="Paper with solid fill">
            <a:extLst>
              <a:ext uri="{FF2B5EF4-FFF2-40B4-BE49-F238E27FC236}">
                <a16:creationId xmlns:a16="http://schemas.microsoft.com/office/drawing/2014/main" id="{B4601F57-7ECF-72CC-42F1-E24142CEBDA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58176" y="1513626"/>
            <a:ext cx="182880" cy="182880"/>
          </a:xfrm>
          <a:prstGeom prst="rect">
            <a:avLst/>
          </a:prstGeom>
        </p:spPr>
      </p:pic>
      <p:pic>
        <p:nvPicPr>
          <p:cNvPr id="47" name="Graphic 46" descr="Repeat with solid fill">
            <a:extLst>
              <a:ext uri="{FF2B5EF4-FFF2-40B4-BE49-F238E27FC236}">
                <a16:creationId xmlns:a16="http://schemas.microsoft.com/office/drawing/2014/main" id="{02C2A2C8-28FB-D3BD-9E6B-634E57967C8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57136" y="1299128"/>
            <a:ext cx="594360" cy="594360"/>
          </a:xfrm>
          <a:prstGeom prst="rect">
            <a:avLst/>
          </a:prstGeom>
        </p:spPr>
      </p:pic>
      <p:sp>
        <p:nvSpPr>
          <p:cNvPr id="62" name="TextBox 61">
            <a:extLst>
              <a:ext uri="{FF2B5EF4-FFF2-40B4-BE49-F238E27FC236}">
                <a16:creationId xmlns:a16="http://schemas.microsoft.com/office/drawing/2014/main" id="{B1423CF5-8D75-3B8F-0015-4C056306ECDD}"/>
              </a:ext>
            </a:extLst>
          </p:cNvPr>
          <p:cNvSpPr txBox="1"/>
          <p:nvPr/>
        </p:nvSpPr>
        <p:spPr>
          <a:xfrm>
            <a:off x="2049614" y="3968475"/>
            <a:ext cx="3368692" cy="646331"/>
          </a:xfrm>
          <a:prstGeom prst="rect">
            <a:avLst/>
          </a:prstGeom>
          <a:noFill/>
        </p:spPr>
        <p:txBody>
          <a:bodyPr wrap="square" rtlCol="0">
            <a:spAutoFit/>
          </a:bodyPr>
          <a:lstStyle/>
          <a:p>
            <a:r>
              <a:rPr lang="en-US" dirty="0">
                <a:effectLst>
                  <a:outerShdw blurRad="38100" dist="38100" dir="2700000" algn="tl">
                    <a:srgbClr val="000000">
                      <a:alpha val="43137"/>
                    </a:srgbClr>
                  </a:outerShdw>
                </a:effectLst>
                <a:latin typeface="Segoe UI Variable Text Semiligh" pitchFamily="2" charset="0"/>
              </a:rPr>
              <a:t>Converted country names to ISO alpha-3 codes</a:t>
            </a:r>
          </a:p>
        </p:txBody>
      </p:sp>
      <p:sp>
        <p:nvSpPr>
          <p:cNvPr id="63" name="TextBox 62">
            <a:extLst>
              <a:ext uri="{FF2B5EF4-FFF2-40B4-BE49-F238E27FC236}">
                <a16:creationId xmlns:a16="http://schemas.microsoft.com/office/drawing/2014/main" id="{D4A409A1-36BD-5DAA-CCF7-3FF3926E1628}"/>
              </a:ext>
            </a:extLst>
          </p:cNvPr>
          <p:cNvSpPr txBox="1"/>
          <p:nvPr/>
        </p:nvSpPr>
        <p:spPr>
          <a:xfrm>
            <a:off x="2049614" y="5506014"/>
            <a:ext cx="3368692" cy="369332"/>
          </a:xfrm>
          <a:prstGeom prst="rect">
            <a:avLst/>
          </a:prstGeom>
          <a:noFill/>
        </p:spPr>
        <p:txBody>
          <a:bodyPr wrap="square" rtlCol="0">
            <a:spAutoFit/>
          </a:bodyPr>
          <a:lstStyle/>
          <a:p>
            <a:r>
              <a:rPr lang="en-US" dirty="0">
                <a:effectLst>
                  <a:outerShdw blurRad="38100" dist="38100" dir="2700000" algn="tl">
                    <a:srgbClr val="000000">
                      <a:alpha val="43137"/>
                    </a:srgbClr>
                  </a:outerShdw>
                </a:effectLst>
                <a:latin typeface="Segoe UI Variable Text Semiligh" pitchFamily="2" charset="0"/>
              </a:rPr>
              <a:t>Filtered years: 2015–2022</a:t>
            </a:r>
          </a:p>
        </p:txBody>
      </p:sp>
      <p:sp>
        <p:nvSpPr>
          <p:cNvPr id="1024" name="TextBox 1023">
            <a:extLst>
              <a:ext uri="{FF2B5EF4-FFF2-40B4-BE49-F238E27FC236}">
                <a16:creationId xmlns:a16="http://schemas.microsoft.com/office/drawing/2014/main" id="{D7E9A944-C56C-F03E-088F-BAD4DC384426}"/>
              </a:ext>
            </a:extLst>
          </p:cNvPr>
          <p:cNvSpPr txBox="1"/>
          <p:nvPr/>
        </p:nvSpPr>
        <p:spPr>
          <a:xfrm>
            <a:off x="7976681" y="1444717"/>
            <a:ext cx="3297676" cy="369332"/>
          </a:xfrm>
          <a:prstGeom prst="rect">
            <a:avLst/>
          </a:prstGeom>
          <a:noFill/>
        </p:spPr>
        <p:txBody>
          <a:bodyPr wrap="square" rtlCol="0">
            <a:spAutoFit/>
          </a:bodyPr>
          <a:lstStyle/>
          <a:p>
            <a:r>
              <a:rPr lang="en-US" dirty="0">
                <a:effectLst>
                  <a:outerShdw blurRad="38100" dist="38100" dir="2700000" algn="tl">
                    <a:srgbClr val="000000">
                      <a:alpha val="43137"/>
                    </a:srgbClr>
                  </a:outerShdw>
                </a:effectLst>
                <a:latin typeface="Segoe UI Variable Text Semiligh" pitchFamily="2" charset="0"/>
              </a:rPr>
              <a:t>Removed missing values</a:t>
            </a:r>
          </a:p>
        </p:txBody>
      </p:sp>
      <p:sp>
        <p:nvSpPr>
          <p:cNvPr id="1025" name="TextBox 1024">
            <a:extLst>
              <a:ext uri="{FF2B5EF4-FFF2-40B4-BE49-F238E27FC236}">
                <a16:creationId xmlns:a16="http://schemas.microsoft.com/office/drawing/2014/main" id="{C4009342-63B6-B592-8DF7-D73ACF182A2E}"/>
              </a:ext>
            </a:extLst>
          </p:cNvPr>
          <p:cNvSpPr txBox="1"/>
          <p:nvPr/>
        </p:nvSpPr>
        <p:spPr>
          <a:xfrm>
            <a:off x="7976681" y="2782271"/>
            <a:ext cx="3377119" cy="369332"/>
          </a:xfrm>
          <a:prstGeom prst="rect">
            <a:avLst/>
          </a:prstGeom>
          <a:noFill/>
        </p:spPr>
        <p:txBody>
          <a:bodyPr wrap="square" rtlCol="0">
            <a:spAutoFit/>
          </a:bodyPr>
          <a:lstStyle/>
          <a:p>
            <a:r>
              <a:rPr lang="en-US" dirty="0">
                <a:effectLst>
                  <a:outerShdw blurRad="38100" dist="38100" dir="2700000" algn="tl">
                    <a:srgbClr val="000000">
                      <a:alpha val="43137"/>
                    </a:srgbClr>
                  </a:outerShdw>
                </a:effectLst>
                <a:latin typeface="Segoe UI Variable Text Semiligh" pitchFamily="2" charset="0"/>
              </a:rPr>
              <a:t>Reshaped data (pivot/melt)</a:t>
            </a:r>
          </a:p>
        </p:txBody>
      </p:sp>
      <p:sp>
        <p:nvSpPr>
          <p:cNvPr id="1027" name="TextBox 1026">
            <a:extLst>
              <a:ext uri="{FF2B5EF4-FFF2-40B4-BE49-F238E27FC236}">
                <a16:creationId xmlns:a16="http://schemas.microsoft.com/office/drawing/2014/main" id="{62320CEF-5B86-6F47-6313-B6B788EF1623}"/>
              </a:ext>
            </a:extLst>
          </p:cNvPr>
          <p:cNvSpPr txBox="1"/>
          <p:nvPr/>
        </p:nvSpPr>
        <p:spPr>
          <a:xfrm>
            <a:off x="7988033" y="3978200"/>
            <a:ext cx="3377119" cy="646331"/>
          </a:xfrm>
          <a:prstGeom prst="rect">
            <a:avLst/>
          </a:prstGeom>
          <a:noFill/>
        </p:spPr>
        <p:txBody>
          <a:bodyPr wrap="square" rtlCol="0">
            <a:spAutoFit/>
          </a:bodyPr>
          <a:lstStyle/>
          <a:p>
            <a:r>
              <a:rPr lang="en-US" dirty="0">
                <a:effectLst>
                  <a:outerShdw blurRad="38100" dist="38100" dir="2700000" algn="tl">
                    <a:srgbClr val="000000">
                      <a:alpha val="43137"/>
                    </a:srgbClr>
                  </a:outerShdw>
                </a:effectLst>
                <a:latin typeface="Segoe UI Variable Text Semiligh" pitchFamily="2" charset="0"/>
              </a:rPr>
              <a:t>Merged datasets on country and year</a:t>
            </a:r>
          </a:p>
        </p:txBody>
      </p:sp>
      <p:sp>
        <p:nvSpPr>
          <p:cNvPr id="1028" name="TextBox 1027">
            <a:extLst>
              <a:ext uri="{FF2B5EF4-FFF2-40B4-BE49-F238E27FC236}">
                <a16:creationId xmlns:a16="http://schemas.microsoft.com/office/drawing/2014/main" id="{93BFAD52-027D-0748-6FC0-02AF066517D8}"/>
              </a:ext>
            </a:extLst>
          </p:cNvPr>
          <p:cNvSpPr txBox="1"/>
          <p:nvPr/>
        </p:nvSpPr>
        <p:spPr>
          <a:xfrm>
            <a:off x="7976681" y="5226546"/>
            <a:ext cx="3377119" cy="1200329"/>
          </a:xfrm>
          <a:prstGeom prst="rect">
            <a:avLst/>
          </a:prstGeom>
          <a:noFill/>
        </p:spPr>
        <p:txBody>
          <a:bodyPr wrap="square" rtlCol="0">
            <a:spAutoFit/>
          </a:bodyPr>
          <a:lstStyle/>
          <a:p>
            <a:r>
              <a:rPr lang="en-US" dirty="0">
                <a:effectLst>
                  <a:outerShdw blurRad="38100" dist="38100" dir="2700000" algn="tl">
                    <a:srgbClr val="000000">
                      <a:alpha val="43137"/>
                    </a:srgbClr>
                  </a:outerShdw>
                </a:effectLst>
                <a:latin typeface="Segoe UI Variable Text Semiligh" pitchFamily="2" charset="0"/>
              </a:rPr>
              <a:t>Calculated:</a:t>
            </a:r>
          </a:p>
          <a:p>
            <a:pPr marL="742950" lvl="1" indent="-285750">
              <a:buFont typeface="Arial" panose="020B0604020202020204" pitchFamily="34" charset="0"/>
              <a:buChar char="•"/>
            </a:pPr>
            <a:r>
              <a:rPr lang="en-US" dirty="0">
                <a:effectLst>
                  <a:outerShdw blurRad="38100" dist="38100" dir="2700000" algn="tl">
                    <a:srgbClr val="000000">
                      <a:alpha val="43137"/>
                    </a:srgbClr>
                  </a:outerShdw>
                </a:effectLst>
                <a:latin typeface="Segoe UI Variable Text Semiligh" pitchFamily="2" charset="0"/>
              </a:rPr>
              <a:t>Absolute differences</a:t>
            </a:r>
          </a:p>
          <a:p>
            <a:pPr marL="742950" lvl="1" indent="-285750">
              <a:buFont typeface="Arial" panose="020B0604020202020204" pitchFamily="34" charset="0"/>
              <a:buChar char="•"/>
            </a:pPr>
            <a:r>
              <a:rPr lang="en-US" dirty="0">
                <a:effectLst>
                  <a:outerShdw blurRad="38100" dist="38100" dir="2700000" algn="tl">
                    <a:srgbClr val="000000">
                      <a:alpha val="43137"/>
                    </a:srgbClr>
                  </a:outerShdw>
                </a:effectLst>
                <a:latin typeface="Segoe UI Variable Text Semiligh" pitchFamily="2" charset="0"/>
              </a:rPr>
              <a:t>Percentage differences</a:t>
            </a:r>
          </a:p>
          <a:p>
            <a:endParaRPr lang="en-US" dirty="0"/>
          </a:p>
        </p:txBody>
      </p:sp>
      <p:sp>
        <p:nvSpPr>
          <p:cNvPr id="1029" name="TextBox 1028">
            <a:extLst>
              <a:ext uri="{FF2B5EF4-FFF2-40B4-BE49-F238E27FC236}">
                <a16:creationId xmlns:a16="http://schemas.microsoft.com/office/drawing/2014/main" id="{0185B9CC-BE45-7ADB-0E5D-A94B898F45B9}"/>
              </a:ext>
            </a:extLst>
          </p:cNvPr>
          <p:cNvSpPr txBox="1"/>
          <p:nvPr/>
        </p:nvSpPr>
        <p:spPr>
          <a:xfrm>
            <a:off x="632294" y="6313251"/>
            <a:ext cx="10927409" cy="646331"/>
          </a:xfrm>
          <a:prstGeom prst="rect">
            <a:avLst/>
          </a:prstGeom>
          <a:noFill/>
        </p:spPr>
        <p:txBody>
          <a:bodyPr wrap="square" rtlCol="0">
            <a:spAutoFit/>
          </a:bodyPr>
          <a:lstStyle/>
          <a:p>
            <a:pPr algn="ctr"/>
            <a:r>
              <a:rPr lang="en-US" dirty="0">
                <a:solidFill>
                  <a:srgbClr val="002060"/>
                </a:solidFill>
                <a:effectLst>
                  <a:outerShdw blurRad="38100" dist="38100" dir="2700000" algn="tl">
                    <a:srgbClr val="000000">
                      <a:alpha val="43137"/>
                    </a:srgbClr>
                  </a:outerShdw>
                </a:effectLst>
                <a:latin typeface="Segoe UI Variable Text Semiligh" pitchFamily="2" charset="0"/>
              </a:rPr>
              <a:t>Note: </a:t>
            </a:r>
            <a:r>
              <a:rPr lang="en-US" dirty="0">
                <a:effectLst>
                  <a:outerShdw blurRad="38100" dist="38100" dir="2700000" algn="tl">
                    <a:srgbClr val="000000">
                      <a:alpha val="43137"/>
                    </a:srgbClr>
                  </a:outerShdw>
                </a:effectLst>
                <a:latin typeface="Segoe UI Variable Text Semiligh" pitchFamily="2" charset="0"/>
              </a:rPr>
              <a:t>All steps performed programmatically for reproducibility.</a:t>
            </a:r>
          </a:p>
          <a:p>
            <a:endParaRPr lang="en-US" dirty="0"/>
          </a:p>
        </p:txBody>
      </p:sp>
      <p:pic>
        <p:nvPicPr>
          <p:cNvPr id="1030" name="Graphic 1029" descr="Repeat with solid fill">
            <a:extLst>
              <a:ext uri="{FF2B5EF4-FFF2-40B4-BE49-F238E27FC236}">
                <a16:creationId xmlns:a16="http://schemas.microsoft.com/office/drawing/2014/main" id="{CCB45BF2-7769-EE7E-52B6-14208732EA4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243031" y="4010714"/>
            <a:ext cx="594360" cy="594360"/>
          </a:xfrm>
          <a:prstGeom prst="rect">
            <a:avLst/>
          </a:prstGeom>
        </p:spPr>
      </p:pic>
      <p:sp>
        <p:nvSpPr>
          <p:cNvPr id="1031" name="TextBox 1030">
            <a:extLst>
              <a:ext uri="{FF2B5EF4-FFF2-40B4-BE49-F238E27FC236}">
                <a16:creationId xmlns:a16="http://schemas.microsoft.com/office/drawing/2014/main" id="{8E47585B-19CA-9004-D03E-D325215155A3}"/>
              </a:ext>
            </a:extLst>
          </p:cNvPr>
          <p:cNvSpPr txBox="1"/>
          <p:nvPr/>
        </p:nvSpPr>
        <p:spPr>
          <a:xfrm>
            <a:off x="1340142" y="4177089"/>
            <a:ext cx="1040860" cy="246221"/>
          </a:xfrm>
          <a:prstGeom prst="rect">
            <a:avLst/>
          </a:prstGeom>
          <a:noFill/>
        </p:spPr>
        <p:txBody>
          <a:bodyPr wrap="square" rtlCol="0">
            <a:spAutoFit/>
          </a:bodyPr>
          <a:lstStyle/>
          <a:p>
            <a:r>
              <a:rPr lang="en-US" sz="1000" dirty="0">
                <a:solidFill>
                  <a:srgbClr val="3E6BCE"/>
                </a:solidFill>
                <a:effectLst>
                  <a:outerShdw blurRad="38100" dist="38100" dir="2700000" algn="tl">
                    <a:srgbClr val="000000">
                      <a:alpha val="43137"/>
                    </a:srgbClr>
                  </a:outerShdw>
                </a:effectLst>
                <a:latin typeface="Segoe UI Variable Display Semib" pitchFamily="2" charset="0"/>
                <a:cs typeface="Segoe UI Semilight" panose="020B0402040204020203" pitchFamily="34" charset="0"/>
              </a:rPr>
              <a:t>ISO</a:t>
            </a:r>
          </a:p>
        </p:txBody>
      </p:sp>
      <p:pic>
        <p:nvPicPr>
          <p:cNvPr id="1033" name="Graphic 1032" descr="Filter with solid fill">
            <a:extLst>
              <a:ext uri="{FF2B5EF4-FFF2-40B4-BE49-F238E27FC236}">
                <a16:creationId xmlns:a16="http://schemas.microsoft.com/office/drawing/2014/main" id="{39C06471-F2FA-686B-3B5C-AEA87861CDE3}"/>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279996" y="5462239"/>
            <a:ext cx="548640" cy="548640"/>
          </a:xfrm>
          <a:prstGeom prst="rect">
            <a:avLst/>
          </a:prstGeom>
        </p:spPr>
      </p:pic>
      <p:pic>
        <p:nvPicPr>
          <p:cNvPr id="1035" name="Graphic 1034" descr="Badge Unfollow with solid fill">
            <a:extLst>
              <a:ext uri="{FF2B5EF4-FFF2-40B4-BE49-F238E27FC236}">
                <a16:creationId xmlns:a16="http://schemas.microsoft.com/office/drawing/2014/main" id="{A97AC094-FD2E-B0AA-D1FB-FACD43F1CFF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194582" y="1356459"/>
            <a:ext cx="548640" cy="548640"/>
          </a:xfrm>
          <a:prstGeom prst="rect">
            <a:avLst/>
          </a:prstGeom>
        </p:spPr>
      </p:pic>
      <p:pic>
        <p:nvPicPr>
          <p:cNvPr id="1037" name="Graphic 1036" descr="Stop with solid fill">
            <a:extLst>
              <a:ext uri="{FF2B5EF4-FFF2-40B4-BE49-F238E27FC236}">
                <a16:creationId xmlns:a16="http://schemas.microsoft.com/office/drawing/2014/main" id="{69D0F4D4-CC83-1A46-1BEC-9486C4481FE3}"/>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238674" y="2958389"/>
            <a:ext cx="182880" cy="182880"/>
          </a:xfrm>
          <a:prstGeom prst="rect">
            <a:avLst/>
          </a:prstGeom>
        </p:spPr>
      </p:pic>
      <p:pic>
        <p:nvPicPr>
          <p:cNvPr id="1041" name="Graphic 1040" descr="Arrow: Straight with solid fill">
            <a:extLst>
              <a:ext uri="{FF2B5EF4-FFF2-40B4-BE49-F238E27FC236}">
                <a16:creationId xmlns:a16="http://schemas.microsoft.com/office/drawing/2014/main" id="{5A5F70E2-E5E4-FE60-61C5-5D9473D24443}"/>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rot="8649049">
            <a:off x="7381438" y="2904205"/>
            <a:ext cx="182880" cy="182880"/>
          </a:xfrm>
          <a:prstGeom prst="rect">
            <a:avLst/>
          </a:prstGeom>
        </p:spPr>
      </p:pic>
      <p:pic>
        <p:nvPicPr>
          <p:cNvPr id="1043" name="Graphic 1042" descr="Cube with solid fill">
            <a:extLst>
              <a:ext uri="{FF2B5EF4-FFF2-40B4-BE49-F238E27FC236}">
                <a16:creationId xmlns:a16="http://schemas.microsoft.com/office/drawing/2014/main" id="{62EE7A7C-8C2D-0C34-6530-07DB58868313}"/>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535376" y="2812765"/>
            <a:ext cx="182880" cy="182880"/>
          </a:xfrm>
          <a:prstGeom prst="rect">
            <a:avLst/>
          </a:prstGeom>
        </p:spPr>
      </p:pic>
      <p:pic>
        <p:nvPicPr>
          <p:cNvPr id="1045" name="Graphic 1044" descr="Merger with solid fill">
            <a:extLst>
              <a:ext uri="{FF2B5EF4-FFF2-40B4-BE49-F238E27FC236}">
                <a16:creationId xmlns:a16="http://schemas.microsoft.com/office/drawing/2014/main" id="{B0450833-EC68-768F-F6AE-A969B387AF52}"/>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rot="5400000">
            <a:off x="7154049" y="3964994"/>
            <a:ext cx="640080" cy="640080"/>
          </a:xfrm>
          <a:prstGeom prst="rect">
            <a:avLst/>
          </a:prstGeom>
        </p:spPr>
      </p:pic>
      <p:pic>
        <p:nvPicPr>
          <p:cNvPr id="1047" name="Graphic 1046" descr="Calculator with solid fill">
            <a:extLst>
              <a:ext uri="{FF2B5EF4-FFF2-40B4-BE49-F238E27FC236}">
                <a16:creationId xmlns:a16="http://schemas.microsoft.com/office/drawing/2014/main" id="{DF96C9BD-3250-5FFB-94FD-A739B6FD4B06}"/>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7186793" y="5417756"/>
            <a:ext cx="548640" cy="548640"/>
          </a:xfrm>
          <a:prstGeom prst="rect">
            <a:avLst/>
          </a:prstGeom>
        </p:spPr>
      </p:pic>
    </p:spTree>
    <p:extLst>
      <p:ext uri="{BB962C8B-B14F-4D97-AF65-F5344CB8AC3E}">
        <p14:creationId xmlns:p14="http://schemas.microsoft.com/office/powerpoint/2010/main" val="1300537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163410BA-0B26-116C-DCF8-93A9DEBDE82D}"/>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15000"/>
                    </a14:imgEffect>
                    <a14:imgEffect>
                      <a14:brightnessContrast contrast="50000"/>
                    </a14:imgEffect>
                  </a14:imgLayer>
                </a14:imgProps>
              </a:ext>
            </a:extLst>
          </a:blip>
          <a:srcRect b="19887"/>
          <a:stretch>
            <a:fillRect/>
          </a:stretch>
        </p:blipFill>
        <p:spPr>
          <a:xfrm>
            <a:off x="6096000" y="990600"/>
            <a:ext cx="5380186" cy="4775200"/>
          </a:xfrm>
          <a:prstGeom prst="rect">
            <a:avLst/>
          </a:prstGeom>
        </p:spPr>
      </p:pic>
      <p:sp>
        <p:nvSpPr>
          <p:cNvPr id="15" name="Rectangle 14">
            <a:extLst>
              <a:ext uri="{FF2B5EF4-FFF2-40B4-BE49-F238E27FC236}">
                <a16:creationId xmlns:a16="http://schemas.microsoft.com/office/drawing/2014/main" id="{5CA87A2C-31F3-5C81-8CE5-F6393040F94C}"/>
              </a:ext>
            </a:extLst>
          </p:cNvPr>
          <p:cNvSpPr/>
          <p:nvPr/>
        </p:nvSpPr>
        <p:spPr>
          <a:xfrm>
            <a:off x="5747657" y="-8431"/>
            <a:ext cx="6444343" cy="6858000"/>
          </a:xfrm>
          <a:prstGeom prst="rect">
            <a:avLst/>
          </a:pr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989F38D4-CA1B-E611-F77B-5C62D16C89D7}"/>
              </a:ext>
            </a:extLst>
          </p:cNvPr>
          <p:cNvSpPr txBox="1">
            <a:spLocks/>
          </p:cNvSpPr>
          <p:nvPr/>
        </p:nvSpPr>
        <p:spPr>
          <a:xfrm>
            <a:off x="1831218" y="-106042"/>
            <a:ext cx="10828867" cy="11842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002060"/>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CONSTRUCTED</a:t>
            </a:r>
            <a:r>
              <a:rPr lang="en-US" sz="4000" dirty="0">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 DATASET</a:t>
            </a:r>
          </a:p>
        </p:txBody>
      </p:sp>
      <p:sp>
        <p:nvSpPr>
          <p:cNvPr id="5" name="TextBox 4">
            <a:extLst>
              <a:ext uri="{FF2B5EF4-FFF2-40B4-BE49-F238E27FC236}">
                <a16:creationId xmlns:a16="http://schemas.microsoft.com/office/drawing/2014/main" id="{0A2C9E93-3EC3-B1E9-8878-9CA70E748F44}"/>
              </a:ext>
            </a:extLst>
          </p:cNvPr>
          <p:cNvSpPr txBox="1"/>
          <p:nvPr/>
        </p:nvSpPr>
        <p:spPr>
          <a:xfrm>
            <a:off x="967620" y="851319"/>
            <a:ext cx="4605866" cy="615553"/>
          </a:xfrm>
          <a:prstGeom prst="rect">
            <a:avLst/>
          </a:prstGeom>
          <a:noFill/>
        </p:spPr>
        <p:txBody>
          <a:bodyPr wrap="square" rtlCol="0">
            <a:spAutoFit/>
          </a:bodyPr>
          <a:lstStyle/>
          <a:p>
            <a:pPr algn="r"/>
            <a:r>
              <a:rPr lang="en-US" altLang="en-US" b="1" dirty="0">
                <a:effectLst>
                  <a:outerShdw blurRad="38100" dist="38100" dir="2700000" algn="tl">
                    <a:srgbClr val="000000">
                      <a:alpha val="43137"/>
                    </a:srgbClr>
                  </a:outerShdw>
                </a:effectLst>
                <a:latin typeface="Segoe UI Variable Display" pitchFamily="2" charset="0"/>
              </a:rPr>
              <a:t>Structure of the Final Dataset</a:t>
            </a:r>
          </a:p>
          <a:p>
            <a:pPr algn="r"/>
            <a:r>
              <a:rPr lang="en-US" sz="1600" dirty="0">
                <a:effectLst>
                  <a:outerShdw blurRad="38100" dist="38100" dir="2700000" algn="tl">
                    <a:srgbClr val="000000">
                      <a:alpha val="43137"/>
                    </a:srgbClr>
                  </a:outerShdw>
                </a:effectLst>
                <a:latin typeface="Segoe UI Variable Display Semil" pitchFamily="2" charset="0"/>
              </a:rPr>
              <a:t>The cleaned master dataset contains:</a:t>
            </a:r>
            <a:endParaRPr lang="en-US" altLang="en-US" sz="1600" b="1" dirty="0">
              <a:effectLst>
                <a:outerShdw blurRad="38100" dist="38100" dir="2700000" algn="tl">
                  <a:srgbClr val="000000">
                    <a:alpha val="43137"/>
                  </a:srgbClr>
                </a:outerShdw>
              </a:effectLst>
              <a:latin typeface="Segoe UI Variable Display Semil" pitchFamily="2" charset="0"/>
            </a:endParaRPr>
          </a:p>
        </p:txBody>
      </p:sp>
      <p:graphicFrame>
        <p:nvGraphicFramePr>
          <p:cNvPr id="6" name="Table 5">
            <a:extLst>
              <a:ext uri="{FF2B5EF4-FFF2-40B4-BE49-F238E27FC236}">
                <a16:creationId xmlns:a16="http://schemas.microsoft.com/office/drawing/2014/main" id="{1D1742C2-9DC4-AB55-2213-402D7D605161}"/>
              </a:ext>
            </a:extLst>
          </p:cNvPr>
          <p:cNvGraphicFramePr>
            <a:graphicFrameLocks noGrp="1"/>
          </p:cNvGraphicFramePr>
          <p:nvPr>
            <p:extLst>
              <p:ext uri="{D42A27DB-BD31-4B8C-83A1-F6EECF244321}">
                <p14:modId xmlns:p14="http://schemas.microsoft.com/office/powerpoint/2010/main" val="1346217623"/>
              </p:ext>
            </p:extLst>
          </p:nvPr>
        </p:nvGraphicFramePr>
        <p:xfrm>
          <a:off x="555171" y="1511802"/>
          <a:ext cx="4948543" cy="3338342"/>
        </p:xfrm>
        <a:graphic>
          <a:graphicData uri="http://schemas.openxmlformats.org/drawingml/2006/table">
            <a:tbl>
              <a:tblPr firstRow="1" bandRow="1">
                <a:tableStyleId>{5C22544A-7EE6-4342-B048-85BDC9FD1C3A}</a:tableStyleId>
              </a:tblPr>
              <a:tblGrid>
                <a:gridCol w="1420351">
                  <a:extLst>
                    <a:ext uri="{9D8B030D-6E8A-4147-A177-3AD203B41FA5}">
                      <a16:colId xmlns:a16="http://schemas.microsoft.com/office/drawing/2014/main" val="1749734576"/>
                    </a:ext>
                  </a:extLst>
                </a:gridCol>
                <a:gridCol w="3528192">
                  <a:extLst>
                    <a:ext uri="{9D8B030D-6E8A-4147-A177-3AD203B41FA5}">
                      <a16:colId xmlns:a16="http://schemas.microsoft.com/office/drawing/2014/main" val="2482630405"/>
                    </a:ext>
                  </a:extLst>
                </a:gridCol>
              </a:tblGrid>
              <a:tr h="274320">
                <a:tc>
                  <a:txBody>
                    <a:bodyPr/>
                    <a:lstStyle/>
                    <a:p>
                      <a:pPr algn="r"/>
                      <a:r>
                        <a:rPr lang="en-US" sz="1600" b="1" dirty="0">
                          <a:latin typeface="Segoe UI Variable Display" pitchFamily="2" charset="0"/>
                        </a:rPr>
                        <a:t>Column</a:t>
                      </a:r>
                    </a:p>
                  </a:txBody>
                  <a:tcPr/>
                </a:tc>
                <a:tc>
                  <a:txBody>
                    <a:bodyPr/>
                    <a:lstStyle/>
                    <a:p>
                      <a:pPr algn="r"/>
                      <a:r>
                        <a:rPr lang="en-US" sz="1600" b="1" dirty="0">
                          <a:latin typeface="Segoe UI Variable Display" pitchFamily="2" charset="0"/>
                        </a:rPr>
                        <a:t>Description</a:t>
                      </a:r>
                    </a:p>
                  </a:txBody>
                  <a:tcPr/>
                </a:tc>
                <a:extLst>
                  <a:ext uri="{0D108BD9-81ED-4DB2-BD59-A6C34878D82A}">
                    <a16:rowId xmlns:a16="http://schemas.microsoft.com/office/drawing/2014/main" val="2921968338"/>
                  </a:ext>
                </a:extLst>
              </a:tr>
              <a:tr h="274320">
                <a:tc>
                  <a:txBody>
                    <a:bodyPr/>
                    <a:lstStyle/>
                    <a:p>
                      <a:pPr algn="r">
                        <a:buNone/>
                      </a:pPr>
                      <a:r>
                        <a:rPr lang="en-US" sz="1600" dirty="0">
                          <a:latin typeface="Segoe UI Variable Display Semil" pitchFamily="2" charset="0"/>
                        </a:rPr>
                        <a:t>country</a:t>
                      </a:r>
                    </a:p>
                  </a:txBody>
                  <a:tcPr marL="80665" marR="80665" marT="40333" marB="40333" anchor="ctr">
                    <a:solidFill>
                      <a:schemeClr val="bg1">
                        <a:lumMod val="95000"/>
                      </a:schemeClr>
                    </a:solidFill>
                  </a:tcPr>
                </a:tc>
                <a:tc>
                  <a:txBody>
                    <a:bodyPr/>
                    <a:lstStyle/>
                    <a:p>
                      <a:pPr algn="r">
                        <a:buNone/>
                      </a:pPr>
                      <a:r>
                        <a:rPr lang="en-US" sz="1600" dirty="0">
                          <a:latin typeface="Segoe UI Variable Display Semil" pitchFamily="2" charset="0"/>
                        </a:rPr>
                        <a:t>Country name</a:t>
                      </a:r>
                    </a:p>
                  </a:txBody>
                  <a:tcPr marL="80665" marR="80665" marT="40333" marB="40333" anchor="ctr">
                    <a:solidFill>
                      <a:schemeClr val="bg1">
                        <a:lumMod val="95000"/>
                      </a:schemeClr>
                    </a:solidFill>
                  </a:tcPr>
                </a:tc>
                <a:extLst>
                  <a:ext uri="{0D108BD9-81ED-4DB2-BD59-A6C34878D82A}">
                    <a16:rowId xmlns:a16="http://schemas.microsoft.com/office/drawing/2014/main" val="856118195"/>
                  </a:ext>
                </a:extLst>
              </a:tr>
              <a:tr h="274320">
                <a:tc>
                  <a:txBody>
                    <a:bodyPr/>
                    <a:lstStyle/>
                    <a:p>
                      <a:pPr algn="r">
                        <a:buNone/>
                      </a:pPr>
                      <a:r>
                        <a:rPr lang="en-US" sz="1600" dirty="0" err="1">
                          <a:latin typeface="Segoe UI Variable Display Semil" pitchFamily="2" charset="0"/>
                        </a:rPr>
                        <a:t>country_code</a:t>
                      </a:r>
                      <a:endParaRPr lang="en-US" sz="1600" dirty="0">
                        <a:latin typeface="Segoe UI Variable Display Semil" pitchFamily="2" charset="0"/>
                      </a:endParaRPr>
                    </a:p>
                  </a:txBody>
                  <a:tcPr marL="80665" marR="80665" marT="40333" marB="40333" anchor="ctr">
                    <a:solidFill>
                      <a:schemeClr val="bg1">
                        <a:lumMod val="85000"/>
                      </a:schemeClr>
                    </a:solidFill>
                  </a:tcPr>
                </a:tc>
                <a:tc>
                  <a:txBody>
                    <a:bodyPr/>
                    <a:lstStyle/>
                    <a:p>
                      <a:pPr algn="r">
                        <a:buNone/>
                      </a:pPr>
                      <a:r>
                        <a:rPr lang="en-US" sz="1600" dirty="0">
                          <a:latin typeface="Segoe UI Variable Display Semil" pitchFamily="2" charset="0"/>
                        </a:rPr>
                        <a:t>ISO alpha-3 country code</a:t>
                      </a:r>
                    </a:p>
                  </a:txBody>
                  <a:tcPr marL="80665" marR="80665" marT="40333" marB="40333" anchor="ctr">
                    <a:solidFill>
                      <a:schemeClr val="bg1">
                        <a:lumMod val="85000"/>
                      </a:schemeClr>
                    </a:solidFill>
                  </a:tcPr>
                </a:tc>
                <a:extLst>
                  <a:ext uri="{0D108BD9-81ED-4DB2-BD59-A6C34878D82A}">
                    <a16:rowId xmlns:a16="http://schemas.microsoft.com/office/drawing/2014/main" val="3455447659"/>
                  </a:ext>
                </a:extLst>
              </a:tr>
              <a:tr h="274320">
                <a:tc>
                  <a:txBody>
                    <a:bodyPr/>
                    <a:lstStyle/>
                    <a:p>
                      <a:pPr algn="r">
                        <a:buNone/>
                      </a:pPr>
                      <a:r>
                        <a:rPr lang="en-US" sz="1600" dirty="0">
                          <a:latin typeface="Segoe UI Variable Display Semil" pitchFamily="2" charset="0"/>
                        </a:rPr>
                        <a:t>year</a:t>
                      </a:r>
                    </a:p>
                  </a:txBody>
                  <a:tcPr marL="80665" marR="80665" marT="40333" marB="40333" anchor="ctr">
                    <a:solidFill>
                      <a:schemeClr val="bg1">
                        <a:lumMod val="95000"/>
                      </a:schemeClr>
                    </a:solidFill>
                  </a:tcPr>
                </a:tc>
                <a:tc>
                  <a:txBody>
                    <a:bodyPr/>
                    <a:lstStyle/>
                    <a:p>
                      <a:pPr algn="r">
                        <a:buNone/>
                      </a:pPr>
                      <a:r>
                        <a:rPr lang="en-US" sz="1600" dirty="0">
                          <a:latin typeface="Segoe UI Variable Display Semil" pitchFamily="2" charset="0"/>
                        </a:rPr>
                        <a:t>Calendar year (2015–2022)</a:t>
                      </a:r>
                    </a:p>
                  </a:txBody>
                  <a:tcPr marL="80665" marR="80665" marT="40333" marB="40333" anchor="ctr">
                    <a:solidFill>
                      <a:schemeClr val="bg1">
                        <a:lumMod val="95000"/>
                      </a:schemeClr>
                    </a:solidFill>
                  </a:tcPr>
                </a:tc>
                <a:extLst>
                  <a:ext uri="{0D108BD9-81ED-4DB2-BD59-A6C34878D82A}">
                    <a16:rowId xmlns:a16="http://schemas.microsoft.com/office/drawing/2014/main" val="923052643"/>
                  </a:ext>
                </a:extLst>
              </a:tr>
              <a:tr h="274320">
                <a:tc>
                  <a:txBody>
                    <a:bodyPr/>
                    <a:lstStyle/>
                    <a:p>
                      <a:pPr algn="r">
                        <a:buNone/>
                      </a:pPr>
                      <a:r>
                        <a:rPr lang="en-US" sz="1600" dirty="0" err="1">
                          <a:latin typeface="Segoe UI Variable Display Semil" pitchFamily="2" charset="0"/>
                        </a:rPr>
                        <a:t>oecd_value</a:t>
                      </a:r>
                      <a:endParaRPr lang="en-US" sz="1600" dirty="0">
                        <a:latin typeface="Segoe UI Variable Display Semil" pitchFamily="2" charset="0"/>
                      </a:endParaRPr>
                    </a:p>
                  </a:txBody>
                  <a:tcPr marL="80665" marR="80665" marT="40333" marB="40333" anchor="ctr">
                    <a:solidFill>
                      <a:schemeClr val="bg1">
                        <a:lumMod val="85000"/>
                      </a:schemeClr>
                    </a:solidFill>
                  </a:tcPr>
                </a:tc>
                <a:tc>
                  <a:txBody>
                    <a:bodyPr/>
                    <a:lstStyle/>
                    <a:p>
                      <a:pPr algn="r">
                        <a:buNone/>
                      </a:pPr>
                      <a:r>
                        <a:rPr lang="en-US" sz="1600" dirty="0">
                          <a:latin typeface="Segoe UI Variable Display Semil" pitchFamily="2" charset="0"/>
                        </a:rPr>
                        <a:t>OECD reported OOP per capita (PPP)</a:t>
                      </a:r>
                    </a:p>
                  </a:txBody>
                  <a:tcPr marL="80665" marR="80665" marT="40333" marB="40333" anchor="ctr">
                    <a:solidFill>
                      <a:schemeClr val="bg1">
                        <a:lumMod val="85000"/>
                      </a:schemeClr>
                    </a:solidFill>
                  </a:tcPr>
                </a:tc>
                <a:extLst>
                  <a:ext uri="{0D108BD9-81ED-4DB2-BD59-A6C34878D82A}">
                    <a16:rowId xmlns:a16="http://schemas.microsoft.com/office/drawing/2014/main" val="3935897348"/>
                  </a:ext>
                </a:extLst>
              </a:tr>
              <a:tr h="274320">
                <a:tc>
                  <a:txBody>
                    <a:bodyPr/>
                    <a:lstStyle/>
                    <a:p>
                      <a:pPr algn="r">
                        <a:buNone/>
                      </a:pPr>
                      <a:r>
                        <a:rPr lang="en-US" sz="1600" dirty="0" err="1">
                          <a:latin typeface="Segoe UI Variable Display Semil" pitchFamily="2" charset="0"/>
                        </a:rPr>
                        <a:t>who_value</a:t>
                      </a:r>
                      <a:endParaRPr lang="en-US" sz="1600" dirty="0">
                        <a:latin typeface="Segoe UI Variable Display Semil" pitchFamily="2" charset="0"/>
                      </a:endParaRPr>
                    </a:p>
                  </a:txBody>
                  <a:tcPr marL="80665" marR="80665" marT="40333" marB="40333" anchor="ctr">
                    <a:solidFill>
                      <a:schemeClr val="bg1">
                        <a:lumMod val="95000"/>
                      </a:schemeClr>
                    </a:solidFill>
                  </a:tcPr>
                </a:tc>
                <a:tc>
                  <a:txBody>
                    <a:bodyPr/>
                    <a:lstStyle/>
                    <a:p>
                      <a:pPr algn="r">
                        <a:buNone/>
                      </a:pPr>
                      <a:r>
                        <a:rPr lang="en-US" sz="1600" dirty="0">
                          <a:latin typeface="Segoe UI Variable Display Semil" pitchFamily="2" charset="0"/>
                        </a:rPr>
                        <a:t>WHO/World Bank reported OOP per capita (PPP)</a:t>
                      </a:r>
                    </a:p>
                  </a:txBody>
                  <a:tcPr marL="80665" marR="80665" marT="40333" marB="40333" anchor="ctr">
                    <a:solidFill>
                      <a:schemeClr val="bg1">
                        <a:lumMod val="95000"/>
                      </a:schemeClr>
                    </a:solidFill>
                  </a:tcPr>
                </a:tc>
                <a:extLst>
                  <a:ext uri="{0D108BD9-81ED-4DB2-BD59-A6C34878D82A}">
                    <a16:rowId xmlns:a16="http://schemas.microsoft.com/office/drawing/2014/main" val="294215113"/>
                  </a:ext>
                </a:extLst>
              </a:tr>
              <a:tr h="274320">
                <a:tc>
                  <a:txBody>
                    <a:bodyPr/>
                    <a:lstStyle/>
                    <a:p>
                      <a:pPr algn="r">
                        <a:buNone/>
                      </a:pPr>
                      <a:r>
                        <a:rPr lang="en-US" sz="1600" dirty="0" err="1">
                          <a:latin typeface="Segoe UI Variable Display Semil" pitchFamily="2" charset="0"/>
                        </a:rPr>
                        <a:t>abs_diff</a:t>
                      </a:r>
                      <a:endParaRPr lang="en-US" sz="1600" dirty="0">
                        <a:latin typeface="Segoe UI Variable Display Semil" pitchFamily="2" charset="0"/>
                      </a:endParaRPr>
                    </a:p>
                  </a:txBody>
                  <a:tcPr marL="80665" marR="80665" marT="40333" marB="40333" anchor="ctr">
                    <a:solidFill>
                      <a:schemeClr val="bg1">
                        <a:lumMod val="85000"/>
                      </a:schemeClr>
                    </a:solidFill>
                  </a:tcPr>
                </a:tc>
                <a:tc>
                  <a:txBody>
                    <a:bodyPr/>
                    <a:lstStyle/>
                    <a:p>
                      <a:pPr algn="r">
                        <a:buNone/>
                      </a:pPr>
                      <a:r>
                        <a:rPr lang="en-US" sz="1600" dirty="0">
                          <a:latin typeface="Segoe UI Variable Display Semil" pitchFamily="2" charset="0"/>
                        </a:rPr>
                        <a:t>Absolute difference between OECD and WHO</a:t>
                      </a:r>
                    </a:p>
                  </a:txBody>
                  <a:tcPr marL="80665" marR="80665" marT="40333" marB="40333" anchor="ctr">
                    <a:solidFill>
                      <a:schemeClr val="bg1">
                        <a:lumMod val="85000"/>
                      </a:schemeClr>
                    </a:solidFill>
                  </a:tcPr>
                </a:tc>
                <a:extLst>
                  <a:ext uri="{0D108BD9-81ED-4DB2-BD59-A6C34878D82A}">
                    <a16:rowId xmlns:a16="http://schemas.microsoft.com/office/drawing/2014/main" val="886391516"/>
                  </a:ext>
                </a:extLst>
              </a:tr>
              <a:tr h="274320">
                <a:tc>
                  <a:txBody>
                    <a:bodyPr/>
                    <a:lstStyle/>
                    <a:p>
                      <a:pPr algn="r">
                        <a:buNone/>
                      </a:pPr>
                      <a:r>
                        <a:rPr lang="en-US" sz="1600" dirty="0" err="1">
                          <a:latin typeface="Segoe UI Variable Display Semil" pitchFamily="2" charset="0"/>
                        </a:rPr>
                        <a:t>pct_diff</a:t>
                      </a:r>
                      <a:endParaRPr lang="en-US" sz="1600" dirty="0">
                        <a:latin typeface="Segoe UI Variable Display Semil" pitchFamily="2" charset="0"/>
                      </a:endParaRPr>
                    </a:p>
                  </a:txBody>
                  <a:tcPr marL="80665" marR="80665" marT="40333" marB="40333" anchor="ctr">
                    <a:solidFill>
                      <a:schemeClr val="bg1">
                        <a:lumMod val="95000"/>
                      </a:schemeClr>
                    </a:solidFill>
                  </a:tcPr>
                </a:tc>
                <a:tc>
                  <a:txBody>
                    <a:bodyPr/>
                    <a:lstStyle/>
                    <a:p>
                      <a:pPr algn="r">
                        <a:buNone/>
                      </a:pPr>
                      <a:r>
                        <a:rPr lang="en-US" sz="1600" dirty="0">
                          <a:latin typeface="Segoe UI Variable Display Semil" pitchFamily="2" charset="0"/>
                        </a:rPr>
                        <a:t>Percentage difference between OECD and WHO</a:t>
                      </a:r>
                    </a:p>
                  </a:txBody>
                  <a:tcPr marL="80665" marR="80665" marT="40333" marB="40333" anchor="ctr">
                    <a:solidFill>
                      <a:schemeClr val="bg1">
                        <a:lumMod val="95000"/>
                      </a:schemeClr>
                    </a:solidFill>
                  </a:tcPr>
                </a:tc>
                <a:extLst>
                  <a:ext uri="{0D108BD9-81ED-4DB2-BD59-A6C34878D82A}">
                    <a16:rowId xmlns:a16="http://schemas.microsoft.com/office/drawing/2014/main" val="960112447"/>
                  </a:ext>
                </a:extLst>
              </a:tr>
            </a:tbl>
          </a:graphicData>
        </a:graphic>
      </p:graphicFrame>
      <p:sp>
        <p:nvSpPr>
          <p:cNvPr id="13" name="TextBox 12">
            <a:extLst>
              <a:ext uri="{FF2B5EF4-FFF2-40B4-BE49-F238E27FC236}">
                <a16:creationId xmlns:a16="http://schemas.microsoft.com/office/drawing/2014/main" id="{E62D057C-3855-C727-D0A6-5A0F39014CDA}"/>
              </a:ext>
            </a:extLst>
          </p:cNvPr>
          <p:cNvSpPr txBox="1"/>
          <p:nvPr/>
        </p:nvSpPr>
        <p:spPr>
          <a:xfrm>
            <a:off x="6096000" y="5848866"/>
            <a:ext cx="5380186" cy="369332"/>
          </a:xfrm>
          <a:prstGeom prst="rect">
            <a:avLst/>
          </a:prstGeom>
          <a:noFill/>
        </p:spPr>
        <p:txBody>
          <a:bodyPr wrap="square" rtlCol="0">
            <a:spAutoFit/>
          </a:bodyPr>
          <a:lstStyle/>
          <a:p>
            <a:pPr algn="ctr"/>
            <a:r>
              <a:rPr lang="en-US" altLang="en-US" b="1" dirty="0">
                <a:effectLst>
                  <a:outerShdw blurRad="38100" dist="38100" dir="2700000" algn="tl">
                    <a:srgbClr val="000000">
                      <a:alpha val="43137"/>
                    </a:srgbClr>
                  </a:outerShdw>
                </a:effectLst>
                <a:latin typeface="Segoe UI Variable Display" pitchFamily="2" charset="0"/>
              </a:rPr>
              <a:t>Sample of the Final Dataset</a:t>
            </a:r>
          </a:p>
        </p:txBody>
      </p:sp>
      <p:graphicFrame>
        <p:nvGraphicFramePr>
          <p:cNvPr id="18" name="Table 17">
            <a:extLst>
              <a:ext uri="{FF2B5EF4-FFF2-40B4-BE49-F238E27FC236}">
                <a16:creationId xmlns:a16="http://schemas.microsoft.com/office/drawing/2014/main" id="{757B032B-9307-5EEC-84A2-83DF6763803B}"/>
              </a:ext>
            </a:extLst>
          </p:cNvPr>
          <p:cNvGraphicFramePr>
            <a:graphicFrameLocks noGrp="1"/>
          </p:cNvGraphicFramePr>
          <p:nvPr>
            <p:extLst>
              <p:ext uri="{D42A27DB-BD31-4B8C-83A1-F6EECF244321}">
                <p14:modId xmlns:p14="http://schemas.microsoft.com/office/powerpoint/2010/main" val="3615586347"/>
              </p:ext>
            </p:extLst>
          </p:nvPr>
        </p:nvGraphicFramePr>
        <p:xfrm>
          <a:off x="555171" y="5121731"/>
          <a:ext cx="4948543" cy="1483360"/>
        </p:xfrm>
        <a:graphic>
          <a:graphicData uri="http://schemas.openxmlformats.org/drawingml/2006/table">
            <a:tbl>
              <a:tblPr firstRow="1" bandRow="1">
                <a:tableStyleId>{5C22544A-7EE6-4342-B048-85BDC9FD1C3A}</a:tableStyleId>
              </a:tblPr>
              <a:tblGrid>
                <a:gridCol w="4948543">
                  <a:extLst>
                    <a:ext uri="{9D8B030D-6E8A-4147-A177-3AD203B41FA5}">
                      <a16:colId xmlns:a16="http://schemas.microsoft.com/office/drawing/2014/main" val="409159119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lt1"/>
                          </a:solidFill>
                          <a:latin typeface="Segoe UI Variable Display" pitchFamily="2" charset="0"/>
                          <a:ea typeface="+mn-ea"/>
                          <a:cs typeface="+mn-cs"/>
                        </a:rPr>
                        <a:t>Each row represents:</a:t>
                      </a:r>
                    </a:p>
                  </a:txBody>
                  <a:tcPr/>
                </a:tc>
                <a:extLst>
                  <a:ext uri="{0D108BD9-81ED-4DB2-BD59-A6C34878D82A}">
                    <a16:rowId xmlns:a16="http://schemas.microsoft.com/office/drawing/2014/main" val="83458560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Segoe UI Variable Display Semil" pitchFamily="2" charset="0"/>
                        </a:rPr>
                        <a:t>One country in one specific year.</a:t>
                      </a:r>
                    </a:p>
                  </a:txBody>
                  <a:tcPr>
                    <a:solidFill>
                      <a:srgbClr val="F2F2F2"/>
                    </a:solidFill>
                  </a:tcPr>
                </a:tc>
                <a:extLst>
                  <a:ext uri="{0D108BD9-81ED-4DB2-BD59-A6C34878D82A}">
                    <a16:rowId xmlns:a16="http://schemas.microsoft.com/office/drawing/2014/main" val="152236559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lt1"/>
                          </a:solidFill>
                          <a:latin typeface="Segoe UI Variable Display" pitchFamily="2" charset="0"/>
                          <a:ea typeface="+mn-ea"/>
                          <a:cs typeface="+mn-cs"/>
                        </a:rPr>
                        <a:t>Total observations:</a:t>
                      </a:r>
                    </a:p>
                  </a:txBody>
                  <a:tcPr>
                    <a:solidFill>
                      <a:srgbClr val="4472C4"/>
                    </a:solidFill>
                  </a:tcPr>
                </a:tc>
                <a:extLst>
                  <a:ext uri="{0D108BD9-81ED-4DB2-BD59-A6C34878D82A}">
                    <a16:rowId xmlns:a16="http://schemas.microsoft.com/office/drawing/2014/main" val="197722926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Segoe UI Variable Display Semil" pitchFamily="2" charset="0"/>
                        </a:rPr>
                        <a:t>5</a:t>
                      </a:r>
                      <a:r>
                        <a:rPr lang="en-US" sz="1600" dirty="0">
                          <a:solidFill>
                            <a:schemeClr val="tx1"/>
                          </a:solidFill>
                          <a:latin typeface="Segoe UI Variable Display Semil" pitchFamily="2" charset="0"/>
                        </a:rPr>
                        <a:t> countries × 8 years = 40 rows</a:t>
                      </a:r>
                    </a:p>
                  </a:txBody>
                  <a:tcPr>
                    <a:solidFill>
                      <a:srgbClr val="F2F2F2"/>
                    </a:solidFill>
                  </a:tcPr>
                </a:tc>
                <a:extLst>
                  <a:ext uri="{0D108BD9-81ED-4DB2-BD59-A6C34878D82A}">
                    <a16:rowId xmlns:a16="http://schemas.microsoft.com/office/drawing/2014/main" val="3088336842"/>
                  </a:ext>
                </a:extLst>
              </a:tr>
            </a:tbl>
          </a:graphicData>
        </a:graphic>
      </p:graphicFrame>
    </p:spTree>
    <p:extLst>
      <p:ext uri="{BB962C8B-B14F-4D97-AF65-F5344CB8AC3E}">
        <p14:creationId xmlns:p14="http://schemas.microsoft.com/office/powerpoint/2010/main" val="2953873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F69C8-7E0B-C889-AE08-731AAE64F383}"/>
              </a:ext>
            </a:extLst>
          </p:cNvPr>
          <p:cNvSpPr>
            <a:spLocks noGrp="1"/>
          </p:cNvSpPr>
          <p:nvPr>
            <p:ph type="title"/>
          </p:nvPr>
        </p:nvSpPr>
        <p:spPr>
          <a:xfrm>
            <a:off x="838200" y="365125"/>
            <a:ext cx="10515600" cy="1042591"/>
          </a:xfrm>
        </p:spPr>
        <p:txBody>
          <a:bodyPr/>
          <a:lstStyle/>
          <a:p>
            <a:pPr algn="ctr"/>
            <a:r>
              <a:rPr lang="en-US" dirty="0">
                <a:solidFill>
                  <a:srgbClr val="002060"/>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DISTRIBUTION</a:t>
            </a:r>
            <a:r>
              <a:rPr lang="en-US" dirty="0">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 APPROACH</a:t>
            </a:r>
          </a:p>
        </p:txBody>
      </p:sp>
      <p:grpSp>
        <p:nvGrpSpPr>
          <p:cNvPr id="5" name="Group 4">
            <a:extLst>
              <a:ext uri="{FF2B5EF4-FFF2-40B4-BE49-F238E27FC236}">
                <a16:creationId xmlns:a16="http://schemas.microsoft.com/office/drawing/2014/main" id="{993E9DD3-0DDD-5BB6-EE23-9C148AE4CE84}"/>
              </a:ext>
            </a:extLst>
          </p:cNvPr>
          <p:cNvGrpSpPr/>
          <p:nvPr/>
        </p:nvGrpSpPr>
        <p:grpSpPr>
          <a:xfrm>
            <a:off x="2798658" y="3443254"/>
            <a:ext cx="1828800" cy="1828800"/>
            <a:chOff x="1629103" y="3152613"/>
            <a:chExt cx="1828800" cy="1828800"/>
          </a:xfrm>
        </p:grpSpPr>
        <p:pic>
          <p:nvPicPr>
            <p:cNvPr id="2050" name="Picture 2" descr="Output color icon in PNG, SVG">
              <a:extLst>
                <a:ext uri="{FF2B5EF4-FFF2-40B4-BE49-F238E27FC236}">
                  <a16:creationId xmlns:a16="http://schemas.microsoft.com/office/drawing/2014/main" id="{E69F8467-7602-FE48-C022-EE8D8D8AFD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054" y="3230435"/>
              <a:ext cx="1524000" cy="1409700"/>
            </a:xfrm>
            <a:prstGeom prst="rect">
              <a:avLst/>
            </a:prstGeom>
            <a:noFill/>
            <a:extLst>
              <a:ext uri="{909E8E84-426E-40DD-AFC4-6F175D3DCCD1}">
                <a14:hiddenFill xmlns:a14="http://schemas.microsoft.com/office/drawing/2010/main">
                  <a:solidFill>
                    <a:srgbClr val="FFFFFF"/>
                  </a:solidFill>
                </a14:hiddenFill>
              </a:ext>
            </a:extLst>
          </p:spPr>
        </p:pic>
        <p:sp>
          <p:nvSpPr>
            <p:cNvPr id="4" name="Flowchart: Connector 3">
              <a:extLst>
                <a:ext uri="{FF2B5EF4-FFF2-40B4-BE49-F238E27FC236}">
                  <a16:creationId xmlns:a16="http://schemas.microsoft.com/office/drawing/2014/main" id="{F7E67FE8-F5D4-C5F8-F9C0-1EDA26395C81}"/>
                </a:ext>
              </a:extLst>
            </p:cNvPr>
            <p:cNvSpPr/>
            <p:nvPr/>
          </p:nvSpPr>
          <p:spPr>
            <a:xfrm>
              <a:off x="1629103" y="3152613"/>
              <a:ext cx="1828800" cy="1828800"/>
            </a:xfrm>
            <a:prstGeom prst="flowChartConnector">
              <a:avLst/>
            </a:prstGeom>
            <a:noFill/>
            <a:ln w="76200">
              <a:solidFill>
                <a:srgbClr val="2C60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A60E624B-287C-EB59-B89E-0AB3E8BE3EFC}"/>
              </a:ext>
            </a:extLst>
          </p:cNvPr>
          <p:cNvGrpSpPr/>
          <p:nvPr/>
        </p:nvGrpSpPr>
        <p:grpSpPr>
          <a:xfrm>
            <a:off x="7564542" y="3429000"/>
            <a:ext cx="1828800" cy="1828800"/>
            <a:chOff x="7907248" y="3429000"/>
            <a:chExt cx="1828800" cy="1828800"/>
          </a:xfrm>
        </p:grpSpPr>
        <p:sp>
          <p:nvSpPr>
            <p:cNvPr id="6" name="Flowchart: Connector 5">
              <a:extLst>
                <a:ext uri="{FF2B5EF4-FFF2-40B4-BE49-F238E27FC236}">
                  <a16:creationId xmlns:a16="http://schemas.microsoft.com/office/drawing/2014/main" id="{3F341ECA-42ED-6640-889A-66B4A5C1A372}"/>
                </a:ext>
              </a:extLst>
            </p:cNvPr>
            <p:cNvSpPr/>
            <p:nvPr/>
          </p:nvSpPr>
          <p:spPr>
            <a:xfrm>
              <a:off x="7907248" y="3429000"/>
              <a:ext cx="1828800" cy="1828800"/>
            </a:xfrm>
            <a:prstGeom prst="flowChartConnector">
              <a:avLst/>
            </a:prstGeom>
            <a:noFill/>
            <a:ln w="76200">
              <a:solidFill>
                <a:srgbClr val="2C60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Repeatable Generic color lineal-color ...">
              <a:extLst>
                <a:ext uri="{FF2B5EF4-FFF2-40B4-BE49-F238E27FC236}">
                  <a16:creationId xmlns:a16="http://schemas.microsoft.com/office/drawing/2014/main" id="{41282941-467B-727E-2885-C3FA6F638E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57558" y="3479310"/>
              <a:ext cx="1728180" cy="1728180"/>
            </a:xfrm>
            <a:prstGeom prst="flowChartConnector">
              <a:avLst/>
            </a:prstGeom>
            <a:noFill/>
            <a:extLst>
              <a:ext uri="{909E8E84-426E-40DD-AFC4-6F175D3DCCD1}">
                <a14:hiddenFill xmlns:a14="http://schemas.microsoft.com/office/drawing/2010/main">
                  <a:solidFill>
                    <a:srgbClr val="FFFFFF"/>
                  </a:solidFill>
                </a14:hiddenFill>
              </a:ext>
            </a:extLst>
          </p:spPr>
        </p:pic>
      </p:grpSp>
      <p:sp>
        <p:nvSpPr>
          <p:cNvPr id="7" name="Rectangle: Rounded Corners 6">
            <a:extLst>
              <a:ext uri="{FF2B5EF4-FFF2-40B4-BE49-F238E27FC236}">
                <a16:creationId xmlns:a16="http://schemas.microsoft.com/office/drawing/2014/main" id="{5937CACB-48D3-9542-000C-FF152483A566}"/>
              </a:ext>
            </a:extLst>
          </p:cNvPr>
          <p:cNvSpPr/>
          <p:nvPr/>
        </p:nvSpPr>
        <p:spPr>
          <a:xfrm>
            <a:off x="204281" y="2208179"/>
            <a:ext cx="2251673" cy="1220821"/>
          </a:xfrm>
          <a:prstGeom prst="roundRect">
            <a:avLst/>
          </a:prstGeom>
          <a:solidFill>
            <a:srgbClr val="144B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144B8B"/>
              </a:solidFill>
            </a:endParaRPr>
          </a:p>
        </p:txBody>
      </p:sp>
      <p:sp>
        <p:nvSpPr>
          <p:cNvPr id="8" name="Rectangle: Rounded Corners 7">
            <a:extLst>
              <a:ext uri="{FF2B5EF4-FFF2-40B4-BE49-F238E27FC236}">
                <a16:creationId xmlns:a16="http://schemas.microsoft.com/office/drawing/2014/main" id="{171579CF-B42F-7805-F2C7-7D404ACD1FE5}"/>
              </a:ext>
            </a:extLst>
          </p:cNvPr>
          <p:cNvSpPr/>
          <p:nvPr/>
        </p:nvSpPr>
        <p:spPr>
          <a:xfrm>
            <a:off x="204280" y="5272054"/>
            <a:ext cx="2251673" cy="1220821"/>
          </a:xfrm>
          <a:prstGeom prst="roundRect">
            <a:avLst/>
          </a:prstGeom>
          <a:solidFill>
            <a:srgbClr val="6387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ED772738-BADD-639F-AF58-D68BCC3068B4}"/>
              </a:ext>
            </a:extLst>
          </p:cNvPr>
          <p:cNvSpPr/>
          <p:nvPr/>
        </p:nvSpPr>
        <p:spPr>
          <a:xfrm>
            <a:off x="4970164" y="2208178"/>
            <a:ext cx="2251673" cy="1220821"/>
          </a:xfrm>
          <a:prstGeom prst="roundRect">
            <a:avLst/>
          </a:prstGeom>
          <a:solidFill>
            <a:srgbClr val="3E6B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5B6B765B-5502-8DB9-C1F6-7D5A46AFB6CF}"/>
              </a:ext>
            </a:extLst>
          </p:cNvPr>
          <p:cNvSpPr/>
          <p:nvPr/>
        </p:nvSpPr>
        <p:spPr>
          <a:xfrm>
            <a:off x="4970164" y="5245639"/>
            <a:ext cx="2251673" cy="1220821"/>
          </a:xfrm>
          <a:prstGeom prst="roundRect">
            <a:avLst/>
          </a:prstGeom>
          <a:solidFill>
            <a:srgbClr val="144B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D9861B44-2F5C-0CD6-3249-0B9C047AEB71}"/>
              </a:ext>
            </a:extLst>
          </p:cNvPr>
          <p:cNvSpPr/>
          <p:nvPr/>
        </p:nvSpPr>
        <p:spPr>
          <a:xfrm>
            <a:off x="9736048" y="2208177"/>
            <a:ext cx="2251673" cy="1220821"/>
          </a:xfrm>
          <a:prstGeom prst="roundRect">
            <a:avLst/>
          </a:prstGeom>
          <a:solidFill>
            <a:srgbClr val="6387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31AA6E93-A5D6-E2FD-9508-35F51C130552}"/>
              </a:ext>
            </a:extLst>
          </p:cNvPr>
          <p:cNvSpPr/>
          <p:nvPr/>
        </p:nvSpPr>
        <p:spPr>
          <a:xfrm>
            <a:off x="9736048" y="5245638"/>
            <a:ext cx="2251673" cy="1220821"/>
          </a:xfrm>
          <a:prstGeom prst="roundRect">
            <a:avLst/>
          </a:prstGeom>
          <a:solidFill>
            <a:srgbClr val="3E6B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Graphic 26" descr="Arrow: Counter-clockwise curve with solid fill">
            <a:extLst>
              <a:ext uri="{FF2B5EF4-FFF2-40B4-BE49-F238E27FC236}">
                <a16:creationId xmlns:a16="http://schemas.microsoft.com/office/drawing/2014/main" id="{DA4C0A7D-74A5-458B-3045-22A8D4AF076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9927330">
            <a:off x="2408433" y="2722598"/>
            <a:ext cx="914400" cy="914400"/>
          </a:xfrm>
          <a:prstGeom prst="rect">
            <a:avLst/>
          </a:prstGeom>
        </p:spPr>
      </p:pic>
      <p:pic>
        <p:nvPicPr>
          <p:cNvPr id="28" name="Graphic 27" descr="Arrow: Counter-clockwise curve with solid fill">
            <a:extLst>
              <a:ext uri="{FF2B5EF4-FFF2-40B4-BE49-F238E27FC236}">
                <a16:creationId xmlns:a16="http://schemas.microsoft.com/office/drawing/2014/main" id="{47A41A50-44EF-92BF-A1E8-A3E43D0E642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72670" flipH="1">
            <a:off x="4049719" y="2701494"/>
            <a:ext cx="914400" cy="914400"/>
          </a:xfrm>
          <a:prstGeom prst="rect">
            <a:avLst/>
          </a:prstGeom>
        </p:spPr>
      </p:pic>
      <p:pic>
        <p:nvPicPr>
          <p:cNvPr id="30" name="Graphic 29" descr="Arrow: Clockwise curve with solid fill">
            <a:extLst>
              <a:ext uri="{FF2B5EF4-FFF2-40B4-BE49-F238E27FC236}">
                <a16:creationId xmlns:a16="http://schemas.microsoft.com/office/drawing/2014/main" id="{CBCDB6FF-6F6D-6AAD-9187-A01F4C34946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6005629">
            <a:off x="2408433" y="5093085"/>
            <a:ext cx="914400" cy="914400"/>
          </a:xfrm>
          <a:prstGeom prst="rect">
            <a:avLst/>
          </a:prstGeom>
        </p:spPr>
      </p:pic>
      <p:pic>
        <p:nvPicPr>
          <p:cNvPr id="31" name="Graphic 30" descr="Arrow: Counter-clockwise curve with solid fill">
            <a:extLst>
              <a:ext uri="{FF2B5EF4-FFF2-40B4-BE49-F238E27FC236}">
                <a16:creationId xmlns:a16="http://schemas.microsoft.com/office/drawing/2014/main" id="{297F9D76-88BC-5F8F-A879-CD9EED02661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72670" flipH="1">
            <a:off x="8802190" y="2718154"/>
            <a:ext cx="914400" cy="914400"/>
          </a:xfrm>
          <a:prstGeom prst="rect">
            <a:avLst/>
          </a:prstGeom>
        </p:spPr>
      </p:pic>
      <p:pic>
        <p:nvPicPr>
          <p:cNvPr id="32" name="Graphic 31" descr="Arrow: Clockwise curve with solid fill">
            <a:extLst>
              <a:ext uri="{FF2B5EF4-FFF2-40B4-BE49-F238E27FC236}">
                <a16:creationId xmlns:a16="http://schemas.microsoft.com/office/drawing/2014/main" id="{5CE1EFD3-6DE2-D544-57E0-1C18547231E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6005629">
            <a:off x="7246942" y="5093085"/>
            <a:ext cx="914400" cy="914400"/>
          </a:xfrm>
          <a:prstGeom prst="rect">
            <a:avLst/>
          </a:prstGeom>
        </p:spPr>
      </p:pic>
      <p:pic>
        <p:nvPicPr>
          <p:cNvPr id="33" name="Graphic 32" descr="Arrow: Counter-clockwise curve with solid fill">
            <a:extLst>
              <a:ext uri="{FF2B5EF4-FFF2-40B4-BE49-F238E27FC236}">
                <a16:creationId xmlns:a16="http://schemas.microsoft.com/office/drawing/2014/main" id="{A27C6A49-3A5E-C27F-D331-D48503114F4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9927330" flipH="1" flipV="1">
            <a:off x="8885832" y="5010129"/>
            <a:ext cx="914400" cy="914400"/>
          </a:xfrm>
          <a:prstGeom prst="rect">
            <a:avLst/>
          </a:prstGeom>
        </p:spPr>
      </p:pic>
      <p:sp>
        <p:nvSpPr>
          <p:cNvPr id="36" name="TextBox 35">
            <a:extLst>
              <a:ext uri="{FF2B5EF4-FFF2-40B4-BE49-F238E27FC236}">
                <a16:creationId xmlns:a16="http://schemas.microsoft.com/office/drawing/2014/main" id="{8F11A346-00BC-9B2D-F4F4-096AA42971CB}"/>
              </a:ext>
            </a:extLst>
          </p:cNvPr>
          <p:cNvSpPr txBox="1"/>
          <p:nvPr/>
        </p:nvSpPr>
        <p:spPr>
          <a:xfrm>
            <a:off x="2791117" y="2101592"/>
            <a:ext cx="2586837" cy="461665"/>
          </a:xfrm>
          <a:prstGeom prst="rect">
            <a:avLst/>
          </a:prstGeom>
          <a:noFill/>
        </p:spPr>
        <p:txBody>
          <a:bodyPr wrap="square" rtlCol="0">
            <a:spAutoFit/>
          </a:bodyPr>
          <a:lstStyle/>
          <a:p>
            <a:r>
              <a:rPr lang="en-US" sz="2400" dirty="0">
                <a:effectLst>
                  <a:outerShdw blurRad="38100" dist="38100" dir="2700000" algn="tl">
                    <a:srgbClr val="000000">
                      <a:alpha val="43137"/>
                    </a:srgbClr>
                  </a:outerShdw>
                </a:effectLst>
                <a:latin typeface="Segoe UI Variable Display Semib" pitchFamily="2" charset="0"/>
              </a:rPr>
              <a:t>Final outputs</a:t>
            </a:r>
          </a:p>
        </p:txBody>
      </p:sp>
      <p:sp>
        <p:nvSpPr>
          <p:cNvPr id="37" name="TextBox 36">
            <a:extLst>
              <a:ext uri="{FF2B5EF4-FFF2-40B4-BE49-F238E27FC236}">
                <a16:creationId xmlns:a16="http://schemas.microsoft.com/office/drawing/2014/main" id="{23F38356-99B2-634C-2208-B81152CE3201}"/>
              </a:ext>
            </a:extLst>
          </p:cNvPr>
          <p:cNvSpPr txBox="1"/>
          <p:nvPr/>
        </p:nvSpPr>
        <p:spPr>
          <a:xfrm>
            <a:off x="7328044" y="6085251"/>
            <a:ext cx="2586837" cy="461665"/>
          </a:xfrm>
          <a:prstGeom prst="rect">
            <a:avLst/>
          </a:prstGeom>
          <a:noFill/>
        </p:spPr>
        <p:txBody>
          <a:bodyPr wrap="square" rtlCol="0">
            <a:spAutoFit/>
          </a:bodyPr>
          <a:lstStyle/>
          <a:p>
            <a:r>
              <a:rPr lang="en-US" sz="2400" dirty="0">
                <a:effectLst>
                  <a:outerShdw blurRad="38100" dist="38100" dir="2700000" algn="tl">
                    <a:srgbClr val="000000">
                      <a:alpha val="43137"/>
                    </a:srgbClr>
                  </a:outerShdw>
                </a:effectLst>
                <a:latin typeface="Segoe UI Variable Display Semib" pitchFamily="2" charset="0"/>
              </a:rPr>
              <a:t>Reproducibility</a:t>
            </a:r>
          </a:p>
        </p:txBody>
      </p:sp>
      <p:sp>
        <p:nvSpPr>
          <p:cNvPr id="38" name="TextBox 37">
            <a:extLst>
              <a:ext uri="{FF2B5EF4-FFF2-40B4-BE49-F238E27FC236}">
                <a16:creationId xmlns:a16="http://schemas.microsoft.com/office/drawing/2014/main" id="{3A412779-084C-B200-FD86-F2671CF92BB1}"/>
              </a:ext>
            </a:extLst>
          </p:cNvPr>
          <p:cNvSpPr txBox="1"/>
          <p:nvPr/>
        </p:nvSpPr>
        <p:spPr>
          <a:xfrm>
            <a:off x="383407" y="2374586"/>
            <a:ext cx="1839149" cy="1200329"/>
          </a:xfrm>
          <a:prstGeom prst="rect">
            <a:avLst/>
          </a:prstGeom>
          <a:noFill/>
        </p:spPr>
        <p:txBody>
          <a:bodyPr wrap="square" rtlCol="0">
            <a:spAutoFit/>
          </a:bodyPr>
          <a:lstStyle/>
          <a:p>
            <a:pPr algn="ctr"/>
            <a:r>
              <a:rPr lang="en-US" dirty="0">
                <a:solidFill>
                  <a:schemeClr val="bg1"/>
                </a:solidFill>
                <a:effectLst>
                  <a:outerShdw blurRad="38100" dist="38100" dir="2700000" algn="tl">
                    <a:srgbClr val="000000">
                      <a:alpha val="43137"/>
                    </a:srgbClr>
                  </a:outerShdw>
                </a:effectLst>
                <a:latin typeface="Segoe UI Variable Text Semiligh" pitchFamily="2" charset="0"/>
              </a:rPr>
              <a:t>Cleaned master dataset (CSV format)</a:t>
            </a:r>
          </a:p>
          <a:p>
            <a:endParaRPr lang="en-US" dirty="0"/>
          </a:p>
        </p:txBody>
      </p:sp>
      <p:sp>
        <p:nvSpPr>
          <p:cNvPr id="39" name="TextBox 38">
            <a:extLst>
              <a:ext uri="{FF2B5EF4-FFF2-40B4-BE49-F238E27FC236}">
                <a16:creationId xmlns:a16="http://schemas.microsoft.com/office/drawing/2014/main" id="{6E470D7F-32DD-54A6-5463-A54B3FA981E5}"/>
              </a:ext>
            </a:extLst>
          </p:cNvPr>
          <p:cNvSpPr txBox="1"/>
          <p:nvPr/>
        </p:nvSpPr>
        <p:spPr>
          <a:xfrm>
            <a:off x="383407" y="5457217"/>
            <a:ext cx="1893712" cy="1200329"/>
          </a:xfrm>
          <a:prstGeom prst="rect">
            <a:avLst/>
          </a:prstGeom>
          <a:noFill/>
        </p:spPr>
        <p:txBody>
          <a:bodyPr wrap="square" rtlCol="0">
            <a:spAutoFit/>
          </a:bodyPr>
          <a:lstStyle/>
          <a:p>
            <a:pPr algn="ctr"/>
            <a:r>
              <a:rPr lang="en-US" dirty="0">
                <a:solidFill>
                  <a:schemeClr val="bg1"/>
                </a:solidFill>
                <a:effectLst>
                  <a:outerShdw blurRad="38100" dist="38100" dir="2700000" algn="tl">
                    <a:srgbClr val="000000">
                      <a:alpha val="43137"/>
                    </a:srgbClr>
                  </a:outerShdw>
                </a:effectLst>
                <a:latin typeface="Segoe UI Variable Text Semiligh" pitchFamily="2" charset="0"/>
              </a:rPr>
              <a:t>OECD vs WHO comparison dataset</a:t>
            </a:r>
          </a:p>
          <a:p>
            <a:endParaRPr lang="en-US" dirty="0"/>
          </a:p>
        </p:txBody>
      </p:sp>
      <p:sp>
        <p:nvSpPr>
          <p:cNvPr id="40" name="TextBox 39">
            <a:extLst>
              <a:ext uri="{FF2B5EF4-FFF2-40B4-BE49-F238E27FC236}">
                <a16:creationId xmlns:a16="http://schemas.microsoft.com/office/drawing/2014/main" id="{F071D5CA-5AD7-7151-EAB1-5E74D03A0194}"/>
              </a:ext>
            </a:extLst>
          </p:cNvPr>
          <p:cNvSpPr txBox="1"/>
          <p:nvPr/>
        </p:nvSpPr>
        <p:spPr>
          <a:xfrm>
            <a:off x="5100469" y="2456003"/>
            <a:ext cx="1995806" cy="923330"/>
          </a:xfrm>
          <a:prstGeom prst="rect">
            <a:avLst/>
          </a:prstGeom>
          <a:noFill/>
        </p:spPr>
        <p:txBody>
          <a:bodyPr wrap="square" rtlCol="0">
            <a:spAutoFit/>
          </a:bodyPr>
          <a:lstStyle/>
          <a:p>
            <a:pPr algn="ctr"/>
            <a:r>
              <a:rPr lang="en-US" dirty="0" err="1">
                <a:solidFill>
                  <a:schemeClr val="bg1"/>
                </a:solidFill>
                <a:effectLst>
                  <a:outerShdw blurRad="38100" dist="38100" dir="2700000" algn="tl">
                    <a:srgbClr val="000000">
                      <a:alpha val="43137"/>
                    </a:srgbClr>
                  </a:outerShdw>
                </a:effectLst>
                <a:latin typeface="Segoe UI Variable Text Semiligh" pitchFamily="2" charset="0"/>
              </a:rPr>
              <a:t>Jupyter</a:t>
            </a:r>
            <a:r>
              <a:rPr lang="en-US" dirty="0">
                <a:solidFill>
                  <a:schemeClr val="bg1"/>
                </a:solidFill>
                <a:effectLst>
                  <a:outerShdw blurRad="38100" dist="38100" dir="2700000" algn="tl">
                    <a:srgbClr val="000000">
                      <a:alpha val="43137"/>
                    </a:srgbClr>
                  </a:outerShdw>
                </a:effectLst>
                <a:latin typeface="Segoe UI Variable Text Semiligh" pitchFamily="2" charset="0"/>
              </a:rPr>
              <a:t> notebook with full workflow</a:t>
            </a:r>
          </a:p>
          <a:p>
            <a:endParaRPr lang="en-US" dirty="0"/>
          </a:p>
        </p:txBody>
      </p:sp>
      <p:sp>
        <p:nvSpPr>
          <p:cNvPr id="41" name="TextBox 40">
            <a:extLst>
              <a:ext uri="{FF2B5EF4-FFF2-40B4-BE49-F238E27FC236}">
                <a16:creationId xmlns:a16="http://schemas.microsoft.com/office/drawing/2014/main" id="{57C3E395-48C8-B278-E8C5-EE074B6AEC2F}"/>
              </a:ext>
            </a:extLst>
          </p:cNvPr>
          <p:cNvSpPr txBox="1"/>
          <p:nvPr/>
        </p:nvSpPr>
        <p:spPr>
          <a:xfrm>
            <a:off x="9960954" y="2487250"/>
            <a:ext cx="1847639" cy="923330"/>
          </a:xfrm>
          <a:prstGeom prst="rect">
            <a:avLst/>
          </a:prstGeom>
          <a:noFill/>
        </p:spPr>
        <p:txBody>
          <a:bodyPr wrap="square" rtlCol="0">
            <a:spAutoFit/>
          </a:bodyPr>
          <a:lstStyle/>
          <a:p>
            <a:pPr algn="ctr"/>
            <a:r>
              <a:rPr lang="en-US" dirty="0">
                <a:solidFill>
                  <a:schemeClr val="bg1"/>
                </a:solidFill>
                <a:effectLst>
                  <a:outerShdw blurRad="38100" dist="38100" dir="2700000" algn="tl">
                    <a:srgbClr val="000000">
                      <a:alpha val="43137"/>
                    </a:srgbClr>
                  </a:outerShdw>
                </a:effectLst>
                <a:latin typeface="Segoe UI Variable Text Semiligh" pitchFamily="2" charset="0"/>
              </a:rPr>
              <a:t>All API calls scripted</a:t>
            </a:r>
          </a:p>
          <a:p>
            <a:endParaRPr lang="en-US" dirty="0"/>
          </a:p>
        </p:txBody>
      </p:sp>
      <p:sp>
        <p:nvSpPr>
          <p:cNvPr id="42" name="TextBox 41">
            <a:extLst>
              <a:ext uri="{FF2B5EF4-FFF2-40B4-BE49-F238E27FC236}">
                <a16:creationId xmlns:a16="http://schemas.microsoft.com/office/drawing/2014/main" id="{00135EDD-7D25-1E48-CB09-4AD54687A38C}"/>
              </a:ext>
            </a:extLst>
          </p:cNvPr>
          <p:cNvSpPr txBox="1"/>
          <p:nvPr/>
        </p:nvSpPr>
        <p:spPr>
          <a:xfrm>
            <a:off x="9938064" y="5432426"/>
            <a:ext cx="1847639" cy="1200329"/>
          </a:xfrm>
          <a:prstGeom prst="rect">
            <a:avLst/>
          </a:prstGeom>
          <a:noFill/>
        </p:spPr>
        <p:txBody>
          <a:bodyPr wrap="square" rtlCol="0">
            <a:spAutoFit/>
          </a:bodyPr>
          <a:lstStyle/>
          <a:p>
            <a:pPr algn="ctr"/>
            <a:r>
              <a:rPr lang="en-US" dirty="0">
                <a:solidFill>
                  <a:schemeClr val="bg1"/>
                </a:solidFill>
                <a:effectLst>
                  <a:outerShdw blurRad="38100" dist="38100" dir="2700000" algn="tl">
                    <a:srgbClr val="000000">
                      <a:alpha val="43137"/>
                    </a:srgbClr>
                  </a:outerShdw>
                </a:effectLst>
                <a:latin typeface="Segoe UI Variable Text Semiligh" pitchFamily="2" charset="0"/>
              </a:rPr>
              <a:t>No manual intervention required</a:t>
            </a:r>
          </a:p>
          <a:p>
            <a:endParaRPr lang="en-US" dirty="0"/>
          </a:p>
        </p:txBody>
      </p:sp>
      <p:sp>
        <p:nvSpPr>
          <p:cNvPr id="43" name="TextBox 42">
            <a:extLst>
              <a:ext uri="{FF2B5EF4-FFF2-40B4-BE49-F238E27FC236}">
                <a16:creationId xmlns:a16="http://schemas.microsoft.com/office/drawing/2014/main" id="{92D95AF9-8F0A-B509-4038-69A3531906A4}"/>
              </a:ext>
            </a:extLst>
          </p:cNvPr>
          <p:cNvSpPr txBox="1"/>
          <p:nvPr/>
        </p:nvSpPr>
        <p:spPr>
          <a:xfrm>
            <a:off x="5171387" y="5317439"/>
            <a:ext cx="1825248" cy="1077218"/>
          </a:xfrm>
          <a:prstGeom prst="rect">
            <a:avLst/>
          </a:prstGeom>
          <a:noFill/>
        </p:spPr>
        <p:txBody>
          <a:bodyPr wrap="square" rtlCol="0">
            <a:spAutoFit/>
          </a:bodyPr>
          <a:lstStyle/>
          <a:p>
            <a:pPr algn="ctr"/>
            <a:r>
              <a:rPr lang="en-US" sz="1600" dirty="0">
                <a:solidFill>
                  <a:schemeClr val="bg1"/>
                </a:solidFill>
                <a:effectLst>
                  <a:outerShdw blurRad="38100" dist="38100" dir="2700000" algn="tl">
                    <a:srgbClr val="000000">
                      <a:alpha val="43137"/>
                    </a:srgbClr>
                  </a:outerShdw>
                </a:effectLst>
                <a:latin typeface="Segoe UI Variable Text Semiligh" pitchFamily="2" charset="0"/>
              </a:rPr>
              <a:t>Dataset easily extendable to additional countries or years</a:t>
            </a:r>
          </a:p>
        </p:txBody>
      </p:sp>
      <p:cxnSp>
        <p:nvCxnSpPr>
          <p:cNvPr id="44" name="Straight Connector 43">
            <a:extLst>
              <a:ext uri="{FF2B5EF4-FFF2-40B4-BE49-F238E27FC236}">
                <a16:creationId xmlns:a16="http://schemas.microsoft.com/office/drawing/2014/main" id="{A7F0EAE1-FD18-A36D-8509-DCF91FDC062D}"/>
              </a:ext>
            </a:extLst>
          </p:cNvPr>
          <p:cNvCxnSpPr>
            <a:cxnSpLocks/>
          </p:cNvCxnSpPr>
          <p:nvPr/>
        </p:nvCxnSpPr>
        <p:spPr>
          <a:xfrm>
            <a:off x="467360" y="365125"/>
            <a:ext cx="11198199"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386AA5F-010A-9F92-A95A-21E38B5B8F46}"/>
              </a:ext>
            </a:extLst>
          </p:cNvPr>
          <p:cNvCxnSpPr>
            <a:cxnSpLocks/>
          </p:cNvCxnSpPr>
          <p:nvPr/>
        </p:nvCxnSpPr>
        <p:spPr>
          <a:xfrm>
            <a:off x="496900" y="1319590"/>
            <a:ext cx="1119820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5550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A079E-9CD9-D84F-AC45-14A954F929FD}"/>
              </a:ext>
            </a:extLst>
          </p:cNvPr>
          <p:cNvSpPr>
            <a:spLocks noGrp="1"/>
          </p:cNvSpPr>
          <p:nvPr>
            <p:ph type="title"/>
          </p:nvPr>
        </p:nvSpPr>
        <p:spPr>
          <a:xfrm>
            <a:off x="821852" y="276895"/>
            <a:ext cx="4826000" cy="1325563"/>
          </a:xfrm>
        </p:spPr>
        <p:txBody>
          <a:bodyPr/>
          <a:lstStyle/>
          <a:p>
            <a:r>
              <a:rPr lang="en-US" dirty="0">
                <a:solidFill>
                  <a:srgbClr val="002060"/>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DISCUSSION OF </a:t>
            </a:r>
            <a:br>
              <a:rPr lang="en-US" dirty="0">
                <a:solidFill>
                  <a:srgbClr val="002060"/>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br>
            <a:r>
              <a:rPr lang="en-US" dirty="0">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ACCESS RIGHTS</a:t>
            </a:r>
          </a:p>
        </p:txBody>
      </p:sp>
      <p:grpSp>
        <p:nvGrpSpPr>
          <p:cNvPr id="3072" name="Group 3071">
            <a:extLst>
              <a:ext uri="{FF2B5EF4-FFF2-40B4-BE49-F238E27FC236}">
                <a16:creationId xmlns:a16="http://schemas.microsoft.com/office/drawing/2014/main" id="{3CB1E41F-B11C-0678-7316-3062C9B57946}"/>
              </a:ext>
            </a:extLst>
          </p:cNvPr>
          <p:cNvGrpSpPr/>
          <p:nvPr/>
        </p:nvGrpSpPr>
        <p:grpSpPr>
          <a:xfrm>
            <a:off x="6102556" y="1616278"/>
            <a:ext cx="5322166" cy="4539843"/>
            <a:chOff x="6869834" y="1311375"/>
            <a:chExt cx="5322166" cy="4539843"/>
          </a:xfrm>
        </p:grpSpPr>
        <p:sp>
          <p:nvSpPr>
            <p:cNvPr id="29" name="Flowchart: Connector 28">
              <a:extLst>
                <a:ext uri="{FF2B5EF4-FFF2-40B4-BE49-F238E27FC236}">
                  <a16:creationId xmlns:a16="http://schemas.microsoft.com/office/drawing/2014/main" id="{B406B4E8-2622-BF9A-2398-8957A36C9E5A}"/>
                </a:ext>
              </a:extLst>
            </p:cNvPr>
            <p:cNvSpPr/>
            <p:nvPr/>
          </p:nvSpPr>
          <p:spPr>
            <a:xfrm>
              <a:off x="7281334" y="1754982"/>
              <a:ext cx="3749040" cy="3749040"/>
            </a:xfrm>
            <a:prstGeom prst="flowChartConnector">
              <a:avLst/>
            </a:prstGeom>
            <a:noFill/>
            <a:ln w="57150">
              <a:solidFill>
                <a:srgbClr val="4472C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Connector 3">
              <a:extLst>
                <a:ext uri="{FF2B5EF4-FFF2-40B4-BE49-F238E27FC236}">
                  <a16:creationId xmlns:a16="http://schemas.microsoft.com/office/drawing/2014/main" id="{792549E1-3349-5F68-86AF-42731D58F782}"/>
                </a:ext>
              </a:extLst>
            </p:cNvPr>
            <p:cNvSpPr/>
            <p:nvPr/>
          </p:nvSpPr>
          <p:spPr>
            <a:xfrm>
              <a:off x="10048671" y="2651760"/>
              <a:ext cx="1554480" cy="1554480"/>
            </a:xfrm>
            <a:prstGeom prst="flowChartConnector">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Key with solid fill">
              <a:extLst>
                <a:ext uri="{FF2B5EF4-FFF2-40B4-BE49-F238E27FC236}">
                  <a16:creationId xmlns:a16="http://schemas.microsoft.com/office/drawing/2014/main" id="{FAA66320-99A4-6E41-BF7E-150A4AD5528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10356227" y="2971800"/>
              <a:ext cx="914400" cy="914400"/>
            </a:xfrm>
            <a:prstGeom prst="rect">
              <a:avLst/>
            </a:prstGeom>
          </p:spPr>
        </p:pic>
        <p:sp>
          <p:nvSpPr>
            <p:cNvPr id="30" name="Partial Circle 29">
              <a:extLst>
                <a:ext uri="{FF2B5EF4-FFF2-40B4-BE49-F238E27FC236}">
                  <a16:creationId xmlns:a16="http://schemas.microsoft.com/office/drawing/2014/main" id="{1E3C8A5E-9CC6-5AB5-02AA-05CF132E4B76}"/>
                </a:ext>
              </a:extLst>
            </p:cNvPr>
            <p:cNvSpPr/>
            <p:nvPr/>
          </p:nvSpPr>
          <p:spPr>
            <a:xfrm>
              <a:off x="6869834" y="1311375"/>
              <a:ext cx="5322166" cy="4480560"/>
            </a:xfrm>
            <a:prstGeom prst="pie">
              <a:avLst>
                <a:gd name="adj1" fmla="val 5400000"/>
                <a:gd name="adj2" fmla="val 1620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5" name="Group 24">
              <a:extLst>
                <a:ext uri="{FF2B5EF4-FFF2-40B4-BE49-F238E27FC236}">
                  <a16:creationId xmlns:a16="http://schemas.microsoft.com/office/drawing/2014/main" id="{0182AFB1-EF2B-7484-314F-00567BA462F0}"/>
                </a:ext>
              </a:extLst>
            </p:cNvPr>
            <p:cNvGrpSpPr/>
            <p:nvPr/>
          </p:nvGrpSpPr>
          <p:grpSpPr>
            <a:xfrm>
              <a:off x="8440251" y="1311375"/>
              <a:ext cx="1254197" cy="1123633"/>
              <a:chOff x="8397766" y="1389994"/>
              <a:chExt cx="1254197" cy="1123633"/>
            </a:xfrm>
          </p:grpSpPr>
          <p:pic>
            <p:nvPicPr>
              <p:cNvPr id="8" name="Graphic 7" descr="User outline">
                <a:extLst>
                  <a:ext uri="{FF2B5EF4-FFF2-40B4-BE49-F238E27FC236}">
                    <a16:creationId xmlns:a16="http://schemas.microsoft.com/office/drawing/2014/main" id="{D39FBE7D-35C3-1306-B4D9-A98CFB9D5168}"/>
                  </a:ext>
                </a:extLst>
              </p:cNvPr>
              <p:cNvPicPr preferRelativeResize="0">
                <a:picLocks/>
              </p:cNvPicPr>
              <p:nvPr/>
            </p:nvPicPr>
            <p:blipFill>
              <a:blip r:embed="rId5">
                <a:extLst>
                  <a:ext uri="{96DAC541-7B7A-43D3-8B79-37D633B846F1}">
                    <asvg:svgBlip xmlns:asvg="http://schemas.microsoft.com/office/drawing/2016/SVG/main" r:embed="rId6"/>
                  </a:ext>
                </a:extLst>
              </a:blip>
              <a:stretch>
                <a:fillRect/>
              </a:stretch>
            </p:blipFill>
            <p:spPr>
              <a:xfrm>
                <a:off x="8397766" y="1389994"/>
                <a:ext cx="1129862" cy="1051560"/>
              </a:xfrm>
              <a:prstGeom prst="rect">
                <a:avLst/>
              </a:prstGeom>
            </p:spPr>
          </p:pic>
          <p:sp>
            <p:nvSpPr>
              <p:cNvPr id="10" name="Flowchart: Connector 9">
                <a:extLst>
                  <a:ext uri="{FF2B5EF4-FFF2-40B4-BE49-F238E27FC236}">
                    <a16:creationId xmlns:a16="http://schemas.microsoft.com/office/drawing/2014/main" id="{4925C604-EEBF-E03F-35A2-1753FF838072}"/>
                  </a:ext>
                </a:extLst>
              </p:cNvPr>
              <p:cNvSpPr/>
              <p:nvPr/>
            </p:nvSpPr>
            <p:spPr>
              <a:xfrm>
                <a:off x="9153728" y="1782107"/>
                <a:ext cx="397651" cy="731520"/>
              </a:xfrm>
              <a:prstGeom prst="flowChartConnector">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User outline">
                <a:extLst>
                  <a:ext uri="{FF2B5EF4-FFF2-40B4-BE49-F238E27FC236}">
                    <a16:creationId xmlns:a16="http://schemas.microsoft.com/office/drawing/2014/main" id="{A68208F4-C2BE-D2C5-D2F0-CE8D822C77F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011883" y="1754982"/>
                <a:ext cx="640080" cy="640080"/>
              </a:xfrm>
              <a:prstGeom prst="rect">
                <a:avLst/>
              </a:prstGeom>
            </p:spPr>
          </p:pic>
          <p:cxnSp>
            <p:nvCxnSpPr>
              <p:cNvPr id="12" name="Straight Connector 11">
                <a:extLst>
                  <a:ext uri="{FF2B5EF4-FFF2-40B4-BE49-F238E27FC236}">
                    <a16:creationId xmlns:a16="http://schemas.microsoft.com/office/drawing/2014/main" id="{163AEE1D-9980-07FD-7CDD-03D83118F748}"/>
                  </a:ext>
                </a:extLst>
              </p:cNvPr>
              <p:cNvCxnSpPr>
                <a:cxnSpLocks/>
              </p:cNvCxnSpPr>
              <p:nvPr/>
            </p:nvCxnSpPr>
            <p:spPr>
              <a:xfrm>
                <a:off x="9112467" y="2305939"/>
                <a:ext cx="438912" cy="0"/>
              </a:xfrm>
              <a:prstGeom prst="line">
                <a:avLst/>
              </a:prstGeom>
              <a:ln w="38100">
                <a:solidFill>
                  <a:srgbClr val="294983"/>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06270EF-DCB6-6825-D4F7-294B011CD9FD}"/>
                  </a:ext>
                </a:extLst>
              </p:cNvPr>
              <p:cNvCxnSpPr>
                <a:cxnSpLocks/>
              </p:cNvCxnSpPr>
              <p:nvPr/>
            </p:nvCxnSpPr>
            <p:spPr>
              <a:xfrm>
                <a:off x="8572971" y="2305939"/>
                <a:ext cx="475488" cy="0"/>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B897D61F-7F85-DE37-BFA8-D4BC1765B5F0}"/>
                </a:ext>
              </a:extLst>
            </p:cNvPr>
            <p:cNvGrpSpPr/>
            <p:nvPr/>
          </p:nvGrpSpPr>
          <p:grpSpPr>
            <a:xfrm>
              <a:off x="8615456" y="4779234"/>
              <a:ext cx="1208399" cy="1071984"/>
              <a:chOff x="8545539" y="5449612"/>
              <a:chExt cx="1208399" cy="1071984"/>
            </a:xfrm>
          </p:grpSpPr>
          <p:pic>
            <p:nvPicPr>
              <p:cNvPr id="17" name="Graphic 16" descr="Document with solid fill">
                <a:extLst>
                  <a:ext uri="{FF2B5EF4-FFF2-40B4-BE49-F238E27FC236}">
                    <a16:creationId xmlns:a16="http://schemas.microsoft.com/office/drawing/2014/main" id="{87A20334-A80F-0599-7CD6-DAB91A2A916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545539" y="5449612"/>
                <a:ext cx="1005840" cy="1005840"/>
              </a:xfrm>
              <a:prstGeom prst="rect">
                <a:avLst/>
              </a:prstGeom>
            </p:spPr>
          </p:pic>
          <p:sp>
            <p:nvSpPr>
              <p:cNvPr id="23" name="Rectangle 22">
                <a:extLst>
                  <a:ext uri="{FF2B5EF4-FFF2-40B4-BE49-F238E27FC236}">
                    <a16:creationId xmlns:a16="http://schemas.microsoft.com/office/drawing/2014/main" id="{BCC20605-1559-38F6-D959-DD2404A11C91}"/>
                  </a:ext>
                </a:extLst>
              </p:cNvPr>
              <p:cNvSpPr/>
              <p:nvPr/>
            </p:nvSpPr>
            <p:spPr>
              <a:xfrm>
                <a:off x="9162203" y="5870935"/>
                <a:ext cx="397651" cy="640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descr="Lock outline">
                <a:extLst>
                  <a:ext uri="{FF2B5EF4-FFF2-40B4-BE49-F238E27FC236}">
                    <a16:creationId xmlns:a16="http://schemas.microsoft.com/office/drawing/2014/main" id="{C519E7FF-CC33-768C-78F6-6827AA48CAE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064672" y="5832330"/>
                <a:ext cx="689266" cy="689266"/>
              </a:xfrm>
              <a:prstGeom prst="rect">
                <a:avLst/>
              </a:prstGeom>
            </p:spPr>
          </p:pic>
        </p:grpSp>
        <p:pic>
          <p:nvPicPr>
            <p:cNvPr id="33" name="Graphic 32" descr="Cursor with solid fill">
              <a:extLst>
                <a:ext uri="{FF2B5EF4-FFF2-40B4-BE49-F238E27FC236}">
                  <a16:creationId xmlns:a16="http://schemas.microsoft.com/office/drawing/2014/main" id="{AED6B493-0078-514E-6E45-9FF103D2F59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rot="17494049">
              <a:off x="9616541" y="5069653"/>
              <a:ext cx="550333" cy="550333"/>
            </a:xfrm>
            <a:prstGeom prst="rect">
              <a:avLst/>
            </a:prstGeom>
          </p:spPr>
        </p:pic>
        <p:sp>
          <p:nvSpPr>
            <p:cNvPr id="35" name="Rectangle 34">
              <a:extLst>
                <a:ext uri="{FF2B5EF4-FFF2-40B4-BE49-F238E27FC236}">
                  <a16:creationId xmlns:a16="http://schemas.microsoft.com/office/drawing/2014/main" id="{9F7EECE5-CAD1-C3CD-6DA2-F9ED4DB04C78}"/>
                </a:ext>
              </a:extLst>
            </p:cNvPr>
            <p:cNvSpPr/>
            <p:nvPr/>
          </p:nvSpPr>
          <p:spPr>
            <a:xfrm>
              <a:off x="9495784" y="1703488"/>
              <a:ext cx="196160" cy="1613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Graphic 33" descr="Cursor with solid fill">
              <a:extLst>
                <a:ext uri="{FF2B5EF4-FFF2-40B4-BE49-F238E27FC236}">
                  <a16:creationId xmlns:a16="http://schemas.microsoft.com/office/drawing/2014/main" id="{75050547-0E42-8FCF-837A-4EC6EF8ADD3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rot="4105951" flipV="1">
              <a:off x="9605087" y="1624055"/>
              <a:ext cx="550333" cy="550333"/>
            </a:xfrm>
            <a:prstGeom prst="rect">
              <a:avLst/>
            </a:prstGeom>
          </p:spPr>
        </p:pic>
      </p:grpSp>
      <p:sp>
        <p:nvSpPr>
          <p:cNvPr id="37" name="Hexagon 36">
            <a:extLst>
              <a:ext uri="{FF2B5EF4-FFF2-40B4-BE49-F238E27FC236}">
                <a16:creationId xmlns:a16="http://schemas.microsoft.com/office/drawing/2014/main" id="{C5D04836-DFB2-A898-BC01-6540100BD99A}"/>
              </a:ext>
            </a:extLst>
          </p:cNvPr>
          <p:cNvSpPr/>
          <p:nvPr/>
        </p:nvSpPr>
        <p:spPr>
          <a:xfrm>
            <a:off x="838200" y="1882533"/>
            <a:ext cx="3383280" cy="1188720"/>
          </a:xfrm>
          <a:prstGeom prst="hexagon">
            <a:avLst/>
          </a:prstGeom>
          <a:solidFill>
            <a:srgbClr val="7F9DDE"/>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Hexagon 37">
            <a:extLst>
              <a:ext uri="{FF2B5EF4-FFF2-40B4-BE49-F238E27FC236}">
                <a16:creationId xmlns:a16="http://schemas.microsoft.com/office/drawing/2014/main" id="{F4419142-0F97-53B3-EC5A-C2E90A5969B0}"/>
              </a:ext>
            </a:extLst>
          </p:cNvPr>
          <p:cNvSpPr/>
          <p:nvPr/>
        </p:nvSpPr>
        <p:spPr>
          <a:xfrm>
            <a:off x="4154635" y="2598028"/>
            <a:ext cx="3383280" cy="1188720"/>
          </a:xfrm>
          <a:prstGeom prst="hexagon">
            <a:avLst/>
          </a:prstGeom>
          <a:solidFill>
            <a:srgbClr val="6085D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Hexagon 38">
            <a:extLst>
              <a:ext uri="{FF2B5EF4-FFF2-40B4-BE49-F238E27FC236}">
                <a16:creationId xmlns:a16="http://schemas.microsoft.com/office/drawing/2014/main" id="{B5C7CE59-42A3-72EC-0A3D-50A2DC517B70}"/>
              </a:ext>
            </a:extLst>
          </p:cNvPr>
          <p:cNvSpPr/>
          <p:nvPr/>
        </p:nvSpPr>
        <p:spPr>
          <a:xfrm>
            <a:off x="838200" y="3332202"/>
            <a:ext cx="3383280" cy="1188720"/>
          </a:xfrm>
          <a:prstGeom prst="hexagon">
            <a:avLst/>
          </a:prstGeom>
          <a:solidFill>
            <a:srgbClr val="4876A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Hexagon 39">
            <a:extLst>
              <a:ext uri="{FF2B5EF4-FFF2-40B4-BE49-F238E27FC236}">
                <a16:creationId xmlns:a16="http://schemas.microsoft.com/office/drawing/2014/main" id="{B7EF7639-63BF-3B2C-9CF4-6082FA5E50C9}"/>
              </a:ext>
            </a:extLst>
          </p:cNvPr>
          <p:cNvSpPr/>
          <p:nvPr/>
        </p:nvSpPr>
        <p:spPr>
          <a:xfrm>
            <a:off x="4182596" y="4051025"/>
            <a:ext cx="3383280" cy="1188720"/>
          </a:xfrm>
          <a:prstGeom prst="hexagon">
            <a:avLst/>
          </a:prstGeom>
          <a:solidFill>
            <a:srgbClr val="2F59B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Hexagon 40">
            <a:extLst>
              <a:ext uri="{FF2B5EF4-FFF2-40B4-BE49-F238E27FC236}">
                <a16:creationId xmlns:a16="http://schemas.microsoft.com/office/drawing/2014/main" id="{DEEFE086-51DB-9134-DAB9-51FBAAF6069C}"/>
              </a:ext>
            </a:extLst>
          </p:cNvPr>
          <p:cNvSpPr/>
          <p:nvPr/>
        </p:nvSpPr>
        <p:spPr>
          <a:xfrm>
            <a:off x="838200" y="4781872"/>
            <a:ext cx="3383280" cy="1188720"/>
          </a:xfrm>
          <a:prstGeom prst="hexagon">
            <a:avLst/>
          </a:prstGeom>
          <a:solidFill>
            <a:srgbClr val="24448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Hexagon 41">
            <a:extLst>
              <a:ext uri="{FF2B5EF4-FFF2-40B4-BE49-F238E27FC236}">
                <a16:creationId xmlns:a16="http://schemas.microsoft.com/office/drawing/2014/main" id="{447CF8CD-CB0C-27CB-CCCA-3DA4EBDC976F}"/>
              </a:ext>
            </a:extLst>
          </p:cNvPr>
          <p:cNvSpPr/>
          <p:nvPr/>
        </p:nvSpPr>
        <p:spPr>
          <a:xfrm>
            <a:off x="3126909" y="2000821"/>
            <a:ext cx="963718" cy="970979"/>
          </a:xfrm>
          <a:prstGeom prst="hexagon">
            <a:avLst/>
          </a:prstGeom>
          <a:solidFill>
            <a:schemeClr val="bg1"/>
          </a:solidFill>
          <a:ln>
            <a:solidFill>
              <a:schemeClr val="bg1"/>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Hexagon 42">
            <a:extLst>
              <a:ext uri="{FF2B5EF4-FFF2-40B4-BE49-F238E27FC236}">
                <a16:creationId xmlns:a16="http://schemas.microsoft.com/office/drawing/2014/main" id="{72FDA6CC-DF14-B8C7-365D-C259B0840315}"/>
              </a:ext>
            </a:extLst>
          </p:cNvPr>
          <p:cNvSpPr/>
          <p:nvPr/>
        </p:nvSpPr>
        <p:spPr>
          <a:xfrm>
            <a:off x="3118753" y="3438535"/>
            <a:ext cx="963718" cy="970979"/>
          </a:xfrm>
          <a:prstGeom prst="hexagon">
            <a:avLst/>
          </a:prstGeom>
          <a:solidFill>
            <a:schemeClr val="bg1"/>
          </a:solidFill>
          <a:ln>
            <a:solidFill>
              <a:schemeClr val="bg1"/>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Hexagon 43">
            <a:extLst>
              <a:ext uri="{FF2B5EF4-FFF2-40B4-BE49-F238E27FC236}">
                <a16:creationId xmlns:a16="http://schemas.microsoft.com/office/drawing/2014/main" id="{E6C715C9-0947-6F18-1A5D-2CC9938C3E0E}"/>
              </a:ext>
            </a:extLst>
          </p:cNvPr>
          <p:cNvSpPr/>
          <p:nvPr/>
        </p:nvSpPr>
        <p:spPr>
          <a:xfrm>
            <a:off x="3126909" y="4890742"/>
            <a:ext cx="963718" cy="970979"/>
          </a:xfrm>
          <a:prstGeom prst="hexagon">
            <a:avLst/>
          </a:prstGeom>
          <a:solidFill>
            <a:schemeClr val="bg1"/>
          </a:solidFill>
          <a:ln>
            <a:solidFill>
              <a:schemeClr val="bg1"/>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Hexagon 44">
            <a:extLst>
              <a:ext uri="{FF2B5EF4-FFF2-40B4-BE49-F238E27FC236}">
                <a16:creationId xmlns:a16="http://schemas.microsoft.com/office/drawing/2014/main" id="{365CB401-C1DB-9515-1163-38D84EDC8DB3}"/>
              </a:ext>
            </a:extLst>
          </p:cNvPr>
          <p:cNvSpPr/>
          <p:nvPr/>
        </p:nvSpPr>
        <p:spPr>
          <a:xfrm>
            <a:off x="4304426" y="2706898"/>
            <a:ext cx="963718" cy="970979"/>
          </a:xfrm>
          <a:prstGeom prst="hexagon">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Hexagon 45">
            <a:extLst>
              <a:ext uri="{FF2B5EF4-FFF2-40B4-BE49-F238E27FC236}">
                <a16:creationId xmlns:a16="http://schemas.microsoft.com/office/drawing/2014/main" id="{538A78AE-EC85-D608-985F-513AA95B4A76}"/>
              </a:ext>
            </a:extLst>
          </p:cNvPr>
          <p:cNvSpPr/>
          <p:nvPr/>
        </p:nvSpPr>
        <p:spPr>
          <a:xfrm>
            <a:off x="4320434" y="4159895"/>
            <a:ext cx="963718" cy="970979"/>
          </a:xfrm>
          <a:prstGeom prst="hexagon">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Graphic 47" descr="Group of people with solid fill">
            <a:extLst>
              <a:ext uri="{FF2B5EF4-FFF2-40B4-BE49-F238E27FC236}">
                <a16:creationId xmlns:a16="http://schemas.microsoft.com/office/drawing/2014/main" id="{D36C0FAA-A430-FDD8-F7E7-246C0E3B15E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234852" y="2065856"/>
            <a:ext cx="731520" cy="731520"/>
          </a:xfrm>
          <a:prstGeom prst="rect">
            <a:avLst/>
          </a:prstGeom>
        </p:spPr>
      </p:pic>
      <p:pic>
        <p:nvPicPr>
          <p:cNvPr id="50" name="Graphic 49" descr="World with solid fill">
            <a:extLst>
              <a:ext uri="{FF2B5EF4-FFF2-40B4-BE49-F238E27FC236}">
                <a16:creationId xmlns:a16="http://schemas.microsoft.com/office/drawing/2014/main" id="{D4F0F081-46FA-7481-7C10-B62E1D2FEA00}"/>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423143" y="2826627"/>
            <a:ext cx="731520" cy="731520"/>
          </a:xfrm>
          <a:prstGeom prst="rect">
            <a:avLst/>
          </a:prstGeom>
        </p:spPr>
      </p:pic>
      <p:pic>
        <p:nvPicPr>
          <p:cNvPr id="3074" name="Picture 2" descr="OECD Organisation for Economic Co ...">
            <a:extLst>
              <a:ext uri="{FF2B5EF4-FFF2-40B4-BE49-F238E27FC236}">
                <a16:creationId xmlns:a16="http://schemas.microsoft.com/office/drawing/2014/main" id="{D26E2819-833A-F225-281D-58DB530EDC23}"/>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197288" y="3512544"/>
            <a:ext cx="822960" cy="822960"/>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52" name="Graphic 51" descr="Bar chart with solid fill">
            <a:extLst>
              <a:ext uri="{FF2B5EF4-FFF2-40B4-BE49-F238E27FC236}">
                <a16:creationId xmlns:a16="http://schemas.microsoft.com/office/drawing/2014/main" id="{CB0341BA-E4A4-F7A2-C0C0-BC1B8549F628}"/>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4461094" y="4325344"/>
            <a:ext cx="640080" cy="640080"/>
          </a:xfrm>
          <a:prstGeom prst="rect">
            <a:avLst/>
          </a:prstGeom>
        </p:spPr>
      </p:pic>
      <p:pic>
        <p:nvPicPr>
          <p:cNvPr id="54" name="Graphic 53" descr="Lock with solid fill">
            <a:extLst>
              <a:ext uri="{FF2B5EF4-FFF2-40B4-BE49-F238E27FC236}">
                <a16:creationId xmlns:a16="http://schemas.microsoft.com/office/drawing/2014/main" id="{0C6B384C-F7A0-2B41-0D55-D6A543ECCE55}"/>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3290888" y="5024779"/>
            <a:ext cx="640080" cy="640080"/>
          </a:xfrm>
          <a:prstGeom prst="rect">
            <a:avLst/>
          </a:prstGeom>
        </p:spPr>
      </p:pic>
      <p:pic>
        <p:nvPicPr>
          <p:cNvPr id="56" name="Graphic 55" descr="No sign outline">
            <a:extLst>
              <a:ext uri="{FF2B5EF4-FFF2-40B4-BE49-F238E27FC236}">
                <a16:creationId xmlns:a16="http://schemas.microsoft.com/office/drawing/2014/main" id="{5F5A0338-7010-CD4B-4C4D-EF648801DEF4}"/>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3143412" y="4936818"/>
            <a:ext cx="914400" cy="914400"/>
          </a:xfrm>
          <a:prstGeom prst="rect">
            <a:avLst/>
          </a:prstGeom>
          <a:effectLst>
            <a:outerShdw blurRad="50800" dist="38100" dir="2700000" algn="tl" rotWithShape="0">
              <a:prstClr val="black">
                <a:alpha val="40000"/>
              </a:prstClr>
            </a:outerShdw>
          </a:effectLst>
        </p:spPr>
      </p:pic>
      <p:sp>
        <p:nvSpPr>
          <p:cNvPr id="57" name="TextBox 56">
            <a:extLst>
              <a:ext uri="{FF2B5EF4-FFF2-40B4-BE49-F238E27FC236}">
                <a16:creationId xmlns:a16="http://schemas.microsoft.com/office/drawing/2014/main" id="{6B482230-7A9D-4D6A-4E56-180F21126F41}"/>
              </a:ext>
            </a:extLst>
          </p:cNvPr>
          <p:cNvSpPr txBox="1"/>
          <p:nvPr/>
        </p:nvSpPr>
        <p:spPr>
          <a:xfrm>
            <a:off x="1195353" y="2147922"/>
            <a:ext cx="1860634" cy="923330"/>
          </a:xfrm>
          <a:prstGeom prst="rect">
            <a:avLst/>
          </a:prstGeom>
          <a:noFill/>
        </p:spPr>
        <p:txBody>
          <a:bodyPr wrap="square" rtlCol="0">
            <a:spAutoFit/>
          </a:bodyPr>
          <a:lstStyle/>
          <a:p>
            <a:pPr algn="r"/>
            <a:r>
              <a:rPr lang="en-US" dirty="0">
                <a:solidFill>
                  <a:schemeClr val="bg1">
                    <a:lumMod val="95000"/>
                  </a:schemeClr>
                </a:solidFill>
                <a:effectLst>
                  <a:outerShdw blurRad="38100" dist="38100" dir="2700000" algn="tl">
                    <a:srgbClr val="000000">
                      <a:alpha val="43137"/>
                    </a:srgbClr>
                  </a:outerShdw>
                </a:effectLst>
                <a:latin typeface="Segoe UI Variable Text Semiligh" pitchFamily="2" charset="0"/>
              </a:rPr>
              <a:t>All data are publicly available</a:t>
            </a:r>
          </a:p>
          <a:p>
            <a:endParaRPr lang="en-US" dirty="0"/>
          </a:p>
        </p:txBody>
      </p:sp>
      <p:sp>
        <p:nvSpPr>
          <p:cNvPr id="58" name="TextBox 57">
            <a:extLst>
              <a:ext uri="{FF2B5EF4-FFF2-40B4-BE49-F238E27FC236}">
                <a16:creationId xmlns:a16="http://schemas.microsoft.com/office/drawing/2014/main" id="{4D252E24-F81E-3D6B-1BA2-4CFF7CEDB7E5}"/>
              </a:ext>
            </a:extLst>
          </p:cNvPr>
          <p:cNvSpPr txBox="1"/>
          <p:nvPr/>
        </p:nvSpPr>
        <p:spPr>
          <a:xfrm>
            <a:off x="5350933" y="2732037"/>
            <a:ext cx="1811867" cy="1200329"/>
          </a:xfrm>
          <a:prstGeom prst="rect">
            <a:avLst/>
          </a:prstGeom>
          <a:noFill/>
        </p:spPr>
        <p:txBody>
          <a:bodyPr wrap="square" rtlCol="0">
            <a:spAutoFit/>
          </a:bodyPr>
          <a:lstStyle/>
          <a:p>
            <a:r>
              <a:rPr lang="en-US" dirty="0">
                <a:solidFill>
                  <a:schemeClr val="bg1">
                    <a:lumMod val="95000"/>
                  </a:schemeClr>
                </a:solidFill>
                <a:effectLst>
                  <a:outerShdw blurRad="38100" dist="38100" dir="2700000" algn="tl">
                    <a:srgbClr val="000000">
                      <a:alpha val="43137"/>
                    </a:srgbClr>
                  </a:outerShdw>
                </a:effectLst>
                <a:latin typeface="Segoe UI Variable Text Semiligh" pitchFamily="2" charset="0"/>
              </a:rPr>
              <a:t>WHO GHED: Open global database</a:t>
            </a:r>
          </a:p>
          <a:p>
            <a:endParaRPr lang="en-US" dirty="0"/>
          </a:p>
        </p:txBody>
      </p:sp>
      <p:sp>
        <p:nvSpPr>
          <p:cNvPr id="59" name="TextBox 58">
            <a:extLst>
              <a:ext uri="{FF2B5EF4-FFF2-40B4-BE49-F238E27FC236}">
                <a16:creationId xmlns:a16="http://schemas.microsoft.com/office/drawing/2014/main" id="{357BA950-150D-7926-C6F0-D10CB0BDE09A}"/>
              </a:ext>
            </a:extLst>
          </p:cNvPr>
          <p:cNvSpPr txBox="1"/>
          <p:nvPr/>
        </p:nvSpPr>
        <p:spPr>
          <a:xfrm>
            <a:off x="946336" y="3462359"/>
            <a:ext cx="2078846" cy="923330"/>
          </a:xfrm>
          <a:prstGeom prst="rect">
            <a:avLst/>
          </a:prstGeom>
          <a:noFill/>
        </p:spPr>
        <p:txBody>
          <a:bodyPr wrap="square" rtlCol="0">
            <a:spAutoFit/>
          </a:bodyPr>
          <a:lstStyle/>
          <a:p>
            <a:pPr algn="r"/>
            <a:r>
              <a:rPr lang="en-US" dirty="0">
                <a:solidFill>
                  <a:schemeClr val="bg1">
                    <a:lumMod val="95000"/>
                  </a:schemeClr>
                </a:solidFill>
                <a:effectLst>
                  <a:outerShdw blurRad="38100" dist="38100" dir="2700000" algn="tl">
                    <a:srgbClr val="000000">
                      <a:alpha val="43137"/>
                    </a:srgbClr>
                  </a:outerShdw>
                </a:effectLst>
                <a:latin typeface="Segoe UI Variable Text Semiligh" pitchFamily="2" charset="0"/>
              </a:rPr>
              <a:t>OECD Health Statistics: Public API access</a:t>
            </a:r>
            <a:endParaRPr lang="en-US" dirty="0"/>
          </a:p>
        </p:txBody>
      </p:sp>
      <p:sp>
        <p:nvSpPr>
          <p:cNvPr id="60" name="TextBox 59">
            <a:extLst>
              <a:ext uri="{FF2B5EF4-FFF2-40B4-BE49-F238E27FC236}">
                <a16:creationId xmlns:a16="http://schemas.microsoft.com/office/drawing/2014/main" id="{CEB0D140-E9F4-0B46-A930-796D14F921BE}"/>
              </a:ext>
            </a:extLst>
          </p:cNvPr>
          <p:cNvSpPr txBox="1"/>
          <p:nvPr/>
        </p:nvSpPr>
        <p:spPr>
          <a:xfrm>
            <a:off x="5350933" y="4159895"/>
            <a:ext cx="1840415" cy="923330"/>
          </a:xfrm>
          <a:prstGeom prst="rect">
            <a:avLst/>
          </a:prstGeom>
          <a:noFill/>
        </p:spPr>
        <p:txBody>
          <a:bodyPr wrap="square" rtlCol="0">
            <a:spAutoFit/>
          </a:bodyPr>
          <a:lstStyle/>
          <a:p>
            <a:r>
              <a:rPr lang="en-US" dirty="0">
                <a:solidFill>
                  <a:schemeClr val="bg1">
                    <a:lumMod val="95000"/>
                  </a:schemeClr>
                </a:solidFill>
                <a:effectLst>
                  <a:outerShdw blurRad="38100" dist="38100" dir="2700000" algn="tl">
                    <a:srgbClr val="000000">
                      <a:alpha val="43137"/>
                    </a:srgbClr>
                  </a:outerShdw>
                </a:effectLst>
                <a:latin typeface="Segoe UI Variable Text Semiligh" pitchFamily="2" charset="0"/>
              </a:rPr>
              <a:t>Aggregated national statistics only</a:t>
            </a:r>
          </a:p>
        </p:txBody>
      </p:sp>
      <p:sp>
        <p:nvSpPr>
          <p:cNvPr id="61" name="TextBox 60">
            <a:extLst>
              <a:ext uri="{FF2B5EF4-FFF2-40B4-BE49-F238E27FC236}">
                <a16:creationId xmlns:a16="http://schemas.microsoft.com/office/drawing/2014/main" id="{BDA1BF07-8525-809F-5BC8-2DC1CAB04A2E}"/>
              </a:ext>
            </a:extLst>
          </p:cNvPr>
          <p:cNvSpPr txBox="1"/>
          <p:nvPr/>
        </p:nvSpPr>
        <p:spPr>
          <a:xfrm>
            <a:off x="1195353" y="4905849"/>
            <a:ext cx="1839587" cy="923330"/>
          </a:xfrm>
          <a:prstGeom prst="rect">
            <a:avLst/>
          </a:prstGeom>
          <a:noFill/>
        </p:spPr>
        <p:txBody>
          <a:bodyPr wrap="square" rtlCol="0">
            <a:spAutoFit/>
          </a:bodyPr>
          <a:lstStyle/>
          <a:p>
            <a:pPr algn="r"/>
            <a:r>
              <a:rPr lang="en-US" dirty="0">
                <a:solidFill>
                  <a:schemeClr val="bg1">
                    <a:lumMod val="95000"/>
                  </a:schemeClr>
                </a:solidFill>
                <a:effectLst>
                  <a:outerShdw blurRad="38100" dist="38100" dir="2700000" algn="tl">
                    <a:srgbClr val="000000">
                      <a:alpha val="43137"/>
                    </a:srgbClr>
                  </a:outerShdw>
                </a:effectLst>
                <a:latin typeface="Segoe UI Variable Text Semiligh" pitchFamily="2" charset="0"/>
              </a:rPr>
              <a:t>No personal or restricted data used</a:t>
            </a:r>
          </a:p>
        </p:txBody>
      </p:sp>
    </p:spTree>
    <p:extLst>
      <p:ext uri="{BB962C8B-B14F-4D97-AF65-F5344CB8AC3E}">
        <p14:creationId xmlns:p14="http://schemas.microsoft.com/office/powerpoint/2010/main" val="3288101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7B21-1E26-A847-AC61-FDA5EEFBFA48}"/>
              </a:ext>
            </a:extLst>
          </p:cNvPr>
          <p:cNvSpPr>
            <a:spLocks noGrp="1"/>
          </p:cNvSpPr>
          <p:nvPr>
            <p:ph type="title"/>
          </p:nvPr>
        </p:nvSpPr>
        <p:spPr>
          <a:xfrm>
            <a:off x="838200" y="365125"/>
            <a:ext cx="4351020" cy="1325563"/>
          </a:xfrm>
        </p:spPr>
        <p:txBody>
          <a:bodyPr/>
          <a:lstStyle/>
          <a:p>
            <a:r>
              <a:rPr lang="en-US" dirty="0">
                <a:solidFill>
                  <a:srgbClr val="002060"/>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ISSUES</a:t>
            </a:r>
            <a:r>
              <a:rPr lang="en-US" dirty="0">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 </a:t>
            </a:r>
            <a:r>
              <a:rPr lang="en-US" i="1" dirty="0">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&amp;</a:t>
            </a:r>
            <a:r>
              <a:rPr lang="en-US" dirty="0">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 </a:t>
            </a:r>
            <a:r>
              <a:rPr lang="en-US" dirty="0">
                <a:solidFill>
                  <a:srgbClr val="002060"/>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LIMITATIONS</a:t>
            </a:r>
          </a:p>
        </p:txBody>
      </p:sp>
      <p:sp>
        <p:nvSpPr>
          <p:cNvPr id="4" name="Flowchart: Connector 3">
            <a:extLst>
              <a:ext uri="{FF2B5EF4-FFF2-40B4-BE49-F238E27FC236}">
                <a16:creationId xmlns:a16="http://schemas.microsoft.com/office/drawing/2014/main" id="{48BB2105-5473-24CB-D66F-85172AA007E6}"/>
              </a:ext>
            </a:extLst>
          </p:cNvPr>
          <p:cNvSpPr/>
          <p:nvPr/>
        </p:nvSpPr>
        <p:spPr>
          <a:xfrm>
            <a:off x="838200" y="1600200"/>
            <a:ext cx="4023360" cy="4023360"/>
          </a:xfrm>
          <a:prstGeom prst="flowChartConnector">
            <a:avLst/>
          </a:prstGeom>
          <a:solidFill>
            <a:schemeClr val="bg1">
              <a:lumMod val="7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8D64D83-4503-4D18-E1D3-8B52A48897AC}"/>
              </a:ext>
            </a:extLst>
          </p:cNvPr>
          <p:cNvSpPr/>
          <p:nvPr/>
        </p:nvSpPr>
        <p:spPr>
          <a:xfrm>
            <a:off x="2812299" y="2806831"/>
            <a:ext cx="3103882" cy="731520"/>
          </a:xfrm>
          <a:prstGeom prst="rect">
            <a:avLst/>
          </a:prstGeom>
          <a:solidFill>
            <a:srgbClr val="3866CC"/>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CCB027D-E442-A1E5-78B4-7CC3A6A8AE75}"/>
              </a:ext>
            </a:extLst>
          </p:cNvPr>
          <p:cNvSpPr/>
          <p:nvPr/>
        </p:nvSpPr>
        <p:spPr>
          <a:xfrm>
            <a:off x="2801583" y="3630427"/>
            <a:ext cx="3103881" cy="731520"/>
          </a:xfrm>
          <a:prstGeom prst="rect">
            <a:avLst/>
          </a:prstGeom>
          <a:solidFill>
            <a:srgbClr val="2A4FA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Diagonal Stripe 26">
            <a:extLst>
              <a:ext uri="{FF2B5EF4-FFF2-40B4-BE49-F238E27FC236}">
                <a16:creationId xmlns:a16="http://schemas.microsoft.com/office/drawing/2014/main" id="{5178108A-2EAC-7E2E-7FEE-78D0DB966375}"/>
              </a:ext>
            </a:extLst>
          </p:cNvPr>
          <p:cNvSpPr/>
          <p:nvPr/>
        </p:nvSpPr>
        <p:spPr>
          <a:xfrm rot="10800000" flipH="1" flipV="1">
            <a:off x="5916183" y="1957302"/>
            <a:ext cx="1828800" cy="1572768"/>
          </a:xfrm>
          <a:prstGeom prst="diagStripe">
            <a:avLst>
              <a:gd name="adj" fmla="val 54420"/>
            </a:avLst>
          </a:prstGeom>
          <a:solidFill>
            <a:srgbClr val="2C53AA"/>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8" name="Diagonal Stripe 27">
            <a:extLst>
              <a:ext uri="{FF2B5EF4-FFF2-40B4-BE49-F238E27FC236}">
                <a16:creationId xmlns:a16="http://schemas.microsoft.com/office/drawing/2014/main" id="{DC35EAD4-B9FB-D5B5-5968-198E61452525}"/>
              </a:ext>
            </a:extLst>
          </p:cNvPr>
          <p:cNvSpPr/>
          <p:nvPr/>
        </p:nvSpPr>
        <p:spPr>
          <a:xfrm rot="10800000" flipH="1" flipV="1">
            <a:off x="5905464" y="1135456"/>
            <a:ext cx="1828800" cy="1572768"/>
          </a:xfrm>
          <a:prstGeom prst="diagStripe">
            <a:avLst>
              <a:gd name="adj" fmla="val 54420"/>
            </a:avLst>
          </a:prstGeom>
          <a:solidFill>
            <a:srgbClr val="426D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3" name="Rectangle 32">
            <a:extLst>
              <a:ext uri="{FF2B5EF4-FFF2-40B4-BE49-F238E27FC236}">
                <a16:creationId xmlns:a16="http://schemas.microsoft.com/office/drawing/2014/main" id="{A9511601-4031-3AEC-9338-8120CFF74E3F}"/>
              </a:ext>
            </a:extLst>
          </p:cNvPr>
          <p:cNvSpPr/>
          <p:nvPr/>
        </p:nvSpPr>
        <p:spPr>
          <a:xfrm>
            <a:off x="2801583" y="1983235"/>
            <a:ext cx="3103882" cy="731520"/>
          </a:xfrm>
          <a:prstGeom prst="rect">
            <a:avLst/>
          </a:prstGeom>
          <a:solidFill>
            <a:srgbClr val="6085D6"/>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411FA909-43FA-32D2-146A-1E2896F6AC6A}"/>
              </a:ext>
            </a:extLst>
          </p:cNvPr>
          <p:cNvSpPr/>
          <p:nvPr/>
        </p:nvSpPr>
        <p:spPr>
          <a:xfrm>
            <a:off x="2812301" y="4464339"/>
            <a:ext cx="3103882" cy="731520"/>
          </a:xfrm>
          <a:prstGeom prst="rect">
            <a:avLst/>
          </a:prstGeom>
          <a:solidFill>
            <a:srgbClr val="1E397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00AC75AF-25F2-0CEC-89ED-6D6A9B1F7572}"/>
              </a:ext>
            </a:extLst>
          </p:cNvPr>
          <p:cNvGrpSpPr/>
          <p:nvPr/>
        </p:nvGrpSpPr>
        <p:grpSpPr>
          <a:xfrm>
            <a:off x="1107237" y="1874529"/>
            <a:ext cx="3474720" cy="3474720"/>
            <a:chOff x="1499287" y="2971798"/>
            <a:chExt cx="1920240" cy="1830493"/>
          </a:xfrm>
        </p:grpSpPr>
        <p:sp>
          <p:nvSpPr>
            <p:cNvPr id="5" name="Flowchart: Connector 4">
              <a:extLst>
                <a:ext uri="{FF2B5EF4-FFF2-40B4-BE49-F238E27FC236}">
                  <a16:creationId xmlns:a16="http://schemas.microsoft.com/office/drawing/2014/main" id="{B7AE8ED8-67CD-A4B5-5674-598341902824}"/>
                </a:ext>
              </a:extLst>
            </p:cNvPr>
            <p:cNvSpPr/>
            <p:nvPr/>
          </p:nvSpPr>
          <p:spPr>
            <a:xfrm>
              <a:off x="1499287" y="2971798"/>
              <a:ext cx="1920240" cy="1828800"/>
            </a:xfrm>
            <a:prstGeom prst="flowChartConnector">
              <a:avLst/>
            </a:prstGeom>
            <a:solidFill>
              <a:schemeClr val="bg1"/>
            </a:solidFill>
            <a:ln>
              <a:solidFill>
                <a:schemeClr val="bg1"/>
              </a:solid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29B2BD83-3CD4-B988-BA7E-40135F1EA7FD}"/>
                </a:ext>
              </a:extLst>
            </p:cNvPr>
            <p:cNvGrpSpPr/>
            <p:nvPr/>
          </p:nvGrpSpPr>
          <p:grpSpPr>
            <a:xfrm>
              <a:off x="1682168" y="3108959"/>
              <a:ext cx="1554480" cy="1693332"/>
              <a:chOff x="1682168" y="3108959"/>
              <a:chExt cx="1554480" cy="1693332"/>
            </a:xfrm>
          </p:grpSpPr>
          <p:sp>
            <p:nvSpPr>
              <p:cNvPr id="15" name="Flowchart: Connector 14">
                <a:extLst>
                  <a:ext uri="{FF2B5EF4-FFF2-40B4-BE49-F238E27FC236}">
                    <a16:creationId xmlns:a16="http://schemas.microsoft.com/office/drawing/2014/main" id="{DC49F189-6E5A-35EE-01DE-8C9977A3A25A}"/>
                  </a:ext>
                </a:extLst>
              </p:cNvPr>
              <p:cNvSpPr/>
              <p:nvPr/>
            </p:nvSpPr>
            <p:spPr>
              <a:xfrm>
                <a:off x="1682168" y="3108959"/>
                <a:ext cx="1554480" cy="1554480"/>
              </a:xfrm>
              <a:prstGeom prst="flowChartConnector">
                <a:avLst/>
              </a:prstGeom>
              <a:noFill/>
              <a:ln w="57150">
                <a:solidFill>
                  <a:srgbClr val="2444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C21E55AD-7602-FE14-CB70-34989F4A88B6}"/>
                  </a:ext>
                </a:extLst>
              </p:cNvPr>
              <p:cNvGrpSpPr/>
              <p:nvPr/>
            </p:nvGrpSpPr>
            <p:grpSpPr>
              <a:xfrm>
                <a:off x="1877907" y="3246965"/>
                <a:ext cx="1280160" cy="1555326"/>
                <a:chOff x="1877907" y="3246965"/>
                <a:chExt cx="1280160" cy="1555326"/>
              </a:xfrm>
            </p:grpSpPr>
            <p:pic>
              <p:nvPicPr>
                <p:cNvPr id="17" name="Graphic 16" descr="Open hand with solid fill">
                  <a:extLst>
                    <a:ext uri="{FF2B5EF4-FFF2-40B4-BE49-F238E27FC236}">
                      <a16:creationId xmlns:a16="http://schemas.microsoft.com/office/drawing/2014/main" id="{1520D187-8532-EC94-DE1E-F88F8310BD3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77907" y="3522131"/>
                  <a:ext cx="1280160" cy="1280160"/>
                </a:xfrm>
                <a:prstGeom prst="rect">
                  <a:avLst/>
                </a:prstGeom>
              </p:spPr>
            </p:pic>
            <p:pic>
              <p:nvPicPr>
                <p:cNvPr id="19" name="Graphic 18" descr="Warning with solid fill">
                  <a:extLst>
                    <a:ext uri="{FF2B5EF4-FFF2-40B4-BE49-F238E27FC236}">
                      <a16:creationId xmlns:a16="http://schemas.microsoft.com/office/drawing/2014/main" id="{A4865CC6-8CC3-287F-CACF-C81AF8B4A51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52227" y="3246965"/>
                  <a:ext cx="731520" cy="731520"/>
                </a:xfrm>
                <a:prstGeom prst="rect">
                  <a:avLst/>
                </a:prstGeom>
              </p:spPr>
            </p:pic>
          </p:grpSp>
        </p:grpSp>
      </p:grpSp>
      <p:sp>
        <p:nvSpPr>
          <p:cNvPr id="35" name="Rectangle 34">
            <a:extLst>
              <a:ext uri="{FF2B5EF4-FFF2-40B4-BE49-F238E27FC236}">
                <a16:creationId xmlns:a16="http://schemas.microsoft.com/office/drawing/2014/main" id="{3849D514-E4CC-49BF-C244-8FB97713869D}"/>
              </a:ext>
            </a:extLst>
          </p:cNvPr>
          <p:cNvSpPr/>
          <p:nvPr/>
        </p:nvSpPr>
        <p:spPr>
          <a:xfrm>
            <a:off x="6898552" y="1956405"/>
            <a:ext cx="4567981" cy="722376"/>
          </a:xfrm>
          <a:prstGeom prst="rect">
            <a:avLst/>
          </a:prstGeom>
          <a:solidFill>
            <a:srgbClr val="3866CC"/>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CC767D42-B774-F7E3-11F3-AFF9346BA413}"/>
              </a:ext>
            </a:extLst>
          </p:cNvPr>
          <p:cNvSpPr/>
          <p:nvPr/>
        </p:nvSpPr>
        <p:spPr>
          <a:xfrm>
            <a:off x="6898796" y="1135456"/>
            <a:ext cx="4567981" cy="722376"/>
          </a:xfrm>
          <a:prstGeom prst="rect">
            <a:avLst/>
          </a:prstGeom>
          <a:solidFill>
            <a:srgbClr val="6085D6"/>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Diagonal Stripe 36">
            <a:extLst>
              <a:ext uri="{FF2B5EF4-FFF2-40B4-BE49-F238E27FC236}">
                <a16:creationId xmlns:a16="http://schemas.microsoft.com/office/drawing/2014/main" id="{35DA9240-ACAB-4EB4-DB2C-406949B9717C}"/>
              </a:ext>
            </a:extLst>
          </p:cNvPr>
          <p:cNvSpPr/>
          <p:nvPr/>
        </p:nvSpPr>
        <p:spPr>
          <a:xfrm rot="10800000" flipH="1" flipV="1">
            <a:off x="5893287" y="2786091"/>
            <a:ext cx="1828800" cy="1572768"/>
          </a:xfrm>
          <a:prstGeom prst="diagStripe">
            <a:avLst>
              <a:gd name="adj" fmla="val 54420"/>
            </a:avLst>
          </a:prstGeom>
          <a:solidFill>
            <a:srgbClr val="203C7A"/>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8" name="Rectangle 37">
            <a:extLst>
              <a:ext uri="{FF2B5EF4-FFF2-40B4-BE49-F238E27FC236}">
                <a16:creationId xmlns:a16="http://schemas.microsoft.com/office/drawing/2014/main" id="{FBACDF19-8202-6195-9E27-B802B182B300}"/>
              </a:ext>
            </a:extLst>
          </p:cNvPr>
          <p:cNvSpPr/>
          <p:nvPr/>
        </p:nvSpPr>
        <p:spPr>
          <a:xfrm>
            <a:off x="6898552" y="2781298"/>
            <a:ext cx="4567980" cy="722376"/>
          </a:xfrm>
          <a:prstGeom prst="rect">
            <a:avLst/>
          </a:prstGeom>
          <a:solidFill>
            <a:srgbClr val="2A4FA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Diagonal Stripe 38">
            <a:extLst>
              <a:ext uri="{FF2B5EF4-FFF2-40B4-BE49-F238E27FC236}">
                <a16:creationId xmlns:a16="http://schemas.microsoft.com/office/drawing/2014/main" id="{35062B59-C919-DEF5-EBA2-C88C762F9850}"/>
              </a:ext>
            </a:extLst>
          </p:cNvPr>
          <p:cNvSpPr/>
          <p:nvPr/>
        </p:nvSpPr>
        <p:spPr>
          <a:xfrm rot="10800000" flipH="1" flipV="1">
            <a:off x="5916183" y="3615776"/>
            <a:ext cx="1828800" cy="1572768"/>
          </a:xfrm>
          <a:prstGeom prst="diagStripe">
            <a:avLst>
              <a:gd name="adj" fmla="val 54420"/>
            </a:avLst>
          </a:prstGeom>
          <a:solidFill>
            <a:srgbClr val="182D5C"/>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0" name="Rectangle 39">
            <a:extLst>
              <a:ext uri="{FF2B5EF4-FFF2-40B4-BE49-F238E27FC236}">
                <a16:creationId xmlns:a16="http://schemas.microsoft.com/office/drawing/2014/main" id="{C9165C64-2A5F-3231-AB96-D4F728039445}"/>
              </a:ext>
            </a:extLst>
          </p:cNvPr>
          <p:cNvSpPr/>
          <p:nvPr/>
        </p:nvSpPr>
        <p:spPr>
          <a:xfrm>
            <a:off x="6898308" y="3615776"/>
            <a:ext cx="4568224" cy="722376"/>
          </a:xfrm>
          <a:prstGeom prst="rect">
            <a:avLst/>
          </a:prstGeom>
          <a:solidFill>
            <a:srgbClr val="1E397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TextBox 41">
            <a:extLst>
              <a:ext uri="{FF2B5EF4-FFF2-40B4-BE49-F238E27FC236}">
                <a16:creationId xmlns:a16="http://schemas.microsoft.com/office/drawing/2014/main" id="{5FBC7C3C-46BE-7363-E49D-1570B05FAD5F}"/>
              </a:ext>
            </a:extLst>
          </p:cNvPr>
          <p:cNvSpPr txBox="1"/>
          <p:nvPr/>
        </p:nvSpPr>
        <p:spPr>
          <a:xfrm>
            <a:off x="6898796" y="1165398"/>
            <a:ext cx="4602479" cy="969496"/>
          </a:xfrm>
          <a:prstGeom prst="rect">
            <a:avLst/>
          </a:prstGeom>
          <a:noFill/>
        </p:spPr>
        <p:txBody>
          <a:bodyPr wrap="square" rtlCol="0">
            <a:spAutoFit/>
          </a:bodyPr>
          <a:lstStyle/>
          <a:p>
            <a:r>
              <a:rPr lang="en-US" sz="1300" dirty="0">
                <a:solidFill>
                  <a:schemeClr val="bg1">
                    <a:lumMod val="95000"/>
                  </a:schemeClr>
                </a:solidFill>
                <a:effectLst>
                  <a:outerShdw blurRad="38100" dist="38100" dir="2700000" algn="tl">
                    <a:srgbClr val="000000">
                      <a:alpha val="43137"/>
                    </a:srgbClr>
                  </a:outerShdw>
                </a:effectLst>
                <a:latin typeface="Segoe UI Variable Text Semiligh" pitchFamily="2" charset="0"/>
              </a:rPr>
              <a:t>Minor discrepancies between OECD and WHO values due to:</a:t>
            </a:r>
          </a:p>
          <a:p>
            <a:pPr marL="742950" lvl="1" indent="-285750">
              <a:buFont typeface="Arial" panose="020B0604020202020204" pitchFamily="34" charset="0"/>
              <a:buChar char="•"/>
            </a:pPr>
            <a:r>
              <a:rPr lang="en-US" sz="1300" dirty="0">
                <a:solidFill>
                  <a:schemeClr val="bg1">
                    <a:lumMod val="95000"/>
                  </a:schemeClr>
                </a:solidFill>
                <a:effectLst>
                  <a:outerShdw blurRad="38100" dist="38100" dir="2700000" algn="tl">
                    <a:srgbClr val="000000">
                      <a:alpha val="43137"/>
                    </a:srgbClr>
                  </a:outerShdw>
                </a:effectLst>
                <a:latin typeface="Segoe UI Variable Text Semiligh" pitchFamily="2" charset="0"/>
              </a:rPr>
              <a:t>Revision timing</a:t>
            </a:r>
          </a:p>
          <a:p>
            <a:pPr marL="742950" lvl="1" indent="-285750">
              <a:buFont typeface="Arial" panose="020B0604020202020204" pitchFamily="34" charset="0"/>
              <a:buChar char="•"/>
            </a:pPr>
            <a:r>
              <a:rPr lang="en-US" sz="1300" dirty="0">
                <a:solidFill>
                  <a:schemeClr val="bg1">
                    <a:lumMod val="95000"/>
                  </a:schemeClr>
                </a:solidFill>
                <a:effectLst>
                  <a:outerShdw blurRad="38100" dist="38100" dir="2700000" algn="tl">
                    <a:srgbClr val="000000">
                      <a:alpha val="43137"/>
                    </a:srgbClr>
                  </a:outerShdw>
                </a:effectLst>
                <a:latin typeface="Segoe UI Variable Text Semiligh" pitchFamily="2" charset="0"/>
              </a:rPr>
              <a:t>Update cycles</a:t>
            </a:r>
          </a:p>
          <a:p>
            <a:endParaRPr lang="en-US" dirty="0"/>
          </a:p>
        </p:txBody>
      </p:sp>
      <p:sp>
        <p:nvSpPr>
          <p:cNvPr id="43" name="TextBox 42">
            <a:extLst>
              <a:ext uri="{FF2B5EF4-FFF2-40B4-BE49-F238E27FC236}">
                <a16:creationId xmlns:a16="http://schemas.microsoft.com/office/drawing/2014/main" id="{8D40CB30-1760-CB30-F340-3A08954E908A}"/>
              </a:ext>
            </a:extLst>
          </p:cNvPr>
          <p:cNvSpPr txBox="1"/>
          <p:nvPr/>
        </p:nvSpPr>
        <p:spPr>
          <a:xfrm>
            <a:off x="6964680" y="2165708"/>
            <a:ext cx="4502097" cy="292388"/>
          </a:xfrm>
          <a:prstGeom prst="rect">
            <a:avLst/>
          </a:prstGeom>
          <a:noFill/>
        </p:spPr>
        <p:txBody>
          <a:bodyPr wrap="square" rtlCol="0">
            <a:spAutoFit/>
          </a:bodyPr>
          <a:lstStyle/>
          <a:p>
            <a:r>
              <a:rPr lang="en-US" sz="1300" dirty="0">
                <a:solidFill>
                  <a:schemeClr val="bg1">
                    <a:lumMod val="95000"/>
                  </a:schemeClr>
                </a:solidFill>
                <a:effectLst>
                  <a:outerShdw blurRad="38100" dist="38100" dir="2700000" algn="tl">
                    <a:srgbClr val="000000">
                      <a:alpha val="43137"/>
                    </a:srgbClr>
                  </a:outerShdw>
                </a:effectLst>
                <a:latin typeface="Segoe UI Variable Text Semiligh" pitchFamily="2" charset="0"/>
              </a:rPr>
              <a:t>PPP adjustments may vary slightly across reporting systems</a:t>
            </a:r>
          </a:p>
        </p:txBody>
      </p:sp>
      <p:sp>
        <p:nvSpPr>
          <p:cNvPr id="44" name="TextBox 43">
            <a:extLst>
              <a:ext uri="{FF2B5EF4-FFF2-40B4-BE49-F238E27FC236}">
                <a16:creationId xmlns:a16="http://schemas.microsoft.com/office/drawing/2014/main" id="{17C1CF92-4E70-6F14-993E-3EBCFEBE8A38}"/>
              </a:ext>
            </a:extLst>
          </p:cNvPr>
          <p:cNvSpPr txBox="1"/>
          <p:nvPr/>
        </p:nvSpPr>
        <p:spPr>
          <a:xfrm>
            <a:off x="6964680" y="2996292"/>
            <a:ext cx="4502097" cy="292388"/>
          </a:xfrm>
          <a:prstGeom prst="rect">
            <a:avLst/>
          </a:prstGeom>
          <a:noFill/>
        </p:spPr>
        <p:txBody>
          <a:bodyPr wrap="square" rtlCol="0">
            <a:spAutoFit/>
          </a:bodyPr>
          <a:lstStyle/>
          <a:p>
            <a:r>
              <a:rPr lang="en-US" sz="1300" dirty="0">
                <a:solidFill>
                  <a:schemeClr val="bg1">
                    <a:lumMod val="95000"/>
                  </a:schemeClr>
                </a:solidFill>
                <a:effectLst>
                  <a:outerShdw blurRad="38100" dist="38100" dir="2700000" algn="tl">
                    <a:srgbClr val="000000">
                      <a:alpha val="43137"/>
                    </a:srgbClr>
                  </a:outerShdw>
                </a:effectLst>
                <a:latin typeface="Segoe UI Variable Text Semiligh" pitchFamily="2" charset="0"/>
              </a:rPr>
              <a:t>COVID-19 may distort short-term comparability</a:t>
            </a:r>
          </a:p>
        </p:txBody>
      </p:sp>
      <p:sp>
        <p:nvSpPr>
          <p:cNvPr id="45" name="TextBox 44">
            <a:extLst>
              <a:ext uri="{FF2B5EF4-FFF2-40B4-BE49-F238E27FC236}">
                <a16:creationId xmlns:a16="http://schemas.microsoft.com/office/drawing/2014/main" id="{2847BE10-5F3D-7D74-95A5-BC57A0AB6393}"/>
              </a:ext>
            </a:extLst>
          </p:cNvPr>
          <p:cNvSpPr txBox="1"/>
          <p:nvPr/>
        </p:nvSpPr>
        <p:spPr>
          <a:xfrm>
            <a:off x="6964680" y="3824721"/>
            <a:ext cx="4290060" cy="292388"/>
          </a:xfrm>
          <a:prstGeom prst="rect">
            <a:avLst/>
          </a:prstGeom>
          <a:noFill/>
        </p:spPr>
        <p:txBody>
          <a:bodyPr wrap="square" rtlCol="0">
            <a:spAutoFit/>
          </a:bodyPr>
          <a:lstStyle/>
          <a:p>
            <a:r>
              <a:rPr lang="en-US" sz="1300" dirty="0">
                <a:solidFill>
                  <a:schemeClr val="bg1">
                    <a:lumMod val="95000"/>
                  </a:schemeClr>
                </a:solidFill>
                <a:effectLst>
                  <a:outerShdw blurRad="38100" dist="38100" dir="2700000" algn="tl">
                    <a:srgbClr val="000000">
                      <a:alpha val="43137"/>
                    </a:srgbClr>
                  </a:outerShdw>
                </a:effectLst>
                <a:latin typeface="Segoe UI Variable Text Semiligh" pitchFamily="2" charset="0"/>
              </a:rPr>
              <a:t>OOP excludes insurance premiums</a:t>
            </a:r>
          </a:p>
        </p:txBody>
      </p:sp>
    </p:spTree>
    <p:extLst>
      <p:ext uri="{BB962C8B-B14F-4D97-AF65-F5344CB8AC3E}">
        <p14:creationId xmlns:p14="http://schemas.microsoft.com/office/powerpoint/2010/main" val="2645747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E1A8E-333C-9A4B-B5B1-E33654238E02}"/>
              </a:ext>
            </a:extLst>
          </p:cNvPr>
          <p:cNvSpPr>
            <a:spLocks noGrp="1"/>
          </p:cNvSpPr>
          <p:nvPr>
            <p:ph type="title"/>
          </p:nvPr>
        </p:nvSpPr>
        <p:spPr>
          <a:xfrm>
            <a:off x="838200" y="598103"/>
            <a:ext cx="10515600" cy="1325563"/>
          </a:xfrm>
        </p:spPr>
        <p:txBody>
          <a:bodyPr>
            <a:normAutofit/>
          </a:bodyPr>
          <a:lstStyle/>
          <a:p>
            <a:pPr algn="ctr"/>
            <a:r>
              <a:rPr lang="en-US" dirty="0">
                <a:solidFill>
                  <a:srgbClr val="002060"/>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POTENTIAL USERS </a:t>
            </a:r>
            <a:r>
              <a:rPr lang="en-US" i="1" dirty="0">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&amp;</a:t>
            </a:r>
            <a:r>
              <a:rPr lang="en-US" dirty="0">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 </a:t>
            </a:r>
            <a:r>
              <a:rPr lang="en-US" dirty="0">
                <a:solidFill>
                  <a:srgbClr val="002060"/>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APPLICATIONS</a:t>
            </a:r>
          </a:p>
        </p:txBody>
      </p:sp>
      <p:cxnSp>
        <p:nvCxnSpPr>
          <p:cNvPr id="12" name="Straight Connector 11">
            <a:extLst>
              <a:ext uri="{FF2B5EF4-FFF2-40B4-BE49-F238E27FC236}">
                <a16:creationId xmlns:a16="http://schemas.microsoft.com/office/drawing/2014/main" id="{CF779A16-0BDE-92E9-7194-1F2039097435}"/>
              </a:ext>
            </a:extLst>
          </p:cNvPr>
          <p:cNvCxnSpPr>
            <a:cxnSpLocks/>
          </p:cNvCxnSpPr>
          <p:nvPr/>
        </p:nvCxnSpPr>
        <p:spPr>
          <a:xfrm>
            <a:off x="467360" y="365125"/>
            <a:ext cx="1138936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D22DE9B2-808A-BF8B-4C1A-7CB5B5E9F314}"/>
              </a:ext>
            </a:extLst>
          </p:cNvPr>
          <p:cNvSpPr/>
          <p:nvPr/>
        </p:nvSpPr>
        <p:spPr>
          <a:xfrm>
            <a:off x="0" y="6319520"/>
            <a:ext cx="12192000" cy="53848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4" name="Group 53">
            <a:extLst>
              <a:ext uri="{FF2B5EF4-FFF2-40B4-BE49-F238E27FC236}">
                <a16:creationId xmlns:a16="http://schemas.microsoft.com/office/drawing/2014/main" id="{B18CAB0A-97E3-D9D2-30B1-09F74E1E3D77}"/>
              </a:ext>
            </a:extLst>
          </p:cNvPr>
          <p:cNvGrpSpPr/>
          <p:nvPr/>
        </p:nvGrpSpPr>
        <p:grpSpPr>
          <a:xfrm>
            <a:off x="1439333" y="2243487"/>
            <a:ext cx="9313334" cy="2690848"/>
            <a:chOff x="1425455" y="2243487"/>
            <a:chExt cx="9313334" cy="2690848"/>
          </a:xfrm>
        </p:grpSpPr>
        <p:pic>
          <p:nvPicPr>
            <p:cNvPr id="40" name="Picture 39">
              <a:extLst>
                <a:ext uri="{FF2B5EF4-FFF2-40B4-BE49-F238E27FC236}">
                  <a16:creationId xmlns:a16="http://schemas.microsoft.com/office/drawing/2014/main" id="{4EF815EE-7E34-0E77-40CC-4F2E079A4BE6}"/>
                </a:ext>
              </a:extLst>
            </p:cNvPr>
            <p:cNvPicPr>
              <a:picLocks noChangeAspect="1"/>
            </p:cNvPicPr>
            <p:nvPr/>
          </p:nvPicPr>
          <p:blipFill>
            <a:blip r:embed="rId3"/>
            <a:stretch>
              <a:fillRect/>
            </a:stretch>
          </p:blipFill>
          <p:spPr>
            <a:xfrm>
              <a:off x="6302750" y="3445866"/>
              <a:ext cx="1954809" cy="1381268"/>
            </a:xfrm>
            <a:prstGeom prst="rect">
              <a:avLst/>
            </a:prstGeom>
          </p:spPr>
        </p:pic>
        <p:pic>
          <p:nvPicPr>
            <p:cNvPr id="34" name="Picture 33">
              <a:extLst>
                <a:ext uri="{FF2B5EF4-FFF2-40B4-BE49-F238E27FC236}">
                  <a16:creationId xmlns:a16="http://schemas.microsoft.com/office/drawing/2014/main" id="{8B73CF35-C9DA-1784-FFB2-62C26CAA786F}"/>
                </a:ext>
              </a:extLst>
            </p:cNvPr>
            <p:cNvPicPr>
              <a:picLocks noChangeAspect="1"/>
            </p:cNvPicPr>
            <p:nvPr/>
          </p:nvPicPr>
          <p:blipFill>
            <a:blip r:embed="rId4"/>
            <a:srcRect l="3371" r="4930"/>
            <a:stretch>
              <a:fillRect/>
            </a:stretch>
          </p:blipFill>
          <p:spPr>
            <a:xfrm>
              <a:off x="8698817" y="3484902"/>
              <a:ext cx="1954810" cy="1336106"/>
            </a:xfrm>
            <a:prstGeom prst="rect">
              <a:avLst/>
            </a:prstGeom>
          </p:spPr>
        </p:pic>
        <p:pic>
          <p:nvPicPr>
            <p:cNvPr id="32" name="Picture 31">
              <a:extLst>
                <a:ext uri="{FF2B5EF4-FFF2-40B4-BE49-F238E27FC236}">
                  <a16:creationId xmlns:a16="http://schemas.microsoft.com/office/drawing/2014/main" id="{5898F6F4-D1BF-D56D-B60D-FD1AFFF5B73D}"/>
                </a:ext>
              </a:extLst>
            </p:cNvPr>
            <p:cNvPicPr>
              <a:picLocks noChangeAspect="1"/>
            </p:cNvPicPr>
            <p:nvPr/>
          </p:nvPicPr>
          <p:blipFill>
            <a:blip r:embed="rId5"/>
            <a:srcRect t="12975"/>
            <a:stretch>
              <a:fillRect/>
            </a:stretch>
          </p:blipFill>
          <p:spPr>
            <a:xfrm>
              <a:off x="3860104" y="3534071"/>
              <a:ext cx="2047965" cy="1392570"/>
            </a:xfrm>
            <a:prstGeom prst="rect">
              <a:avLst/>
            </a:prstGeom>
          </p:spPr>
        </p:pic>
        <p:pic>
          <p:nvPicPr>
            <p:cNvPr id="30" name="Picture 29">
              <a:extLst>
                <a:ext uri="{FF2B5EF4-FFF2-40B4-BE49-F238E27FC236}">
                  <a16:creationId xmlns:a16="http://schemas.microsoft.com/office/drawing/2014/main" id="{2E3072D2-87A9-7B43-2C63-34B56207A0F4}"/>
                </a:ext>
              </a:extLst>
            </p:cNvPr>
            <p:cNvPicPr>
              <a:picLocks noChangeAspect="1"/>
            </p:cNvPicPr>
            <p:nvPr/>
          </p:nvPicPr>
          <p:blipFill>
            <a:blip r:embed="rId6"/>
            <a:stretch>
              <a:fillRect/>
            </a:stretch>
          </p:blipFill>
          <p:spPr>
            <a:xfrm>
              <a:off x="1494533" y="3413654"/>
              <a:ext cx="1963648" cy="1478603"/>
            </a:xfrm>
            <a:prstGeom prst="rect">
              <a:avLst/>
            </a:prstGeom>
          </p:spPr>
        </p:pic>
        <p:sp>
          <p:nvSpPr>
            <p:cNvPr id="9" name="Rectangle: Rounded Corners 8">
              <a:extLst>
                <a:ext uri="{FF2B5EF4-FFF2-40B4-BE49-F238E27FC236}">
                  <a16:creationId xmlns:a16="http://schemas.microsoft.com/office/drawing/2014/main" id="{C8568735-3FC7-A6FF-1982-0EB8E73794AC}"/>
                </a:ext>
              </a:extLst>
            </p:cNvPr>
            <p:cNvSpPr/>
            <p:nvPr/>
          </p:nvSpPr>
          <p:spPr>
            <a:xfrm>
              <a:off x="3821522" y="3327299"/>
              <a:ext cx="2125133" cy="1600200"/>
            </a:xfrm>
            <a:prstGeom prst="roundRect">
              <a:avLst/>
            </a:prstGeom>
            <a:solidFill>
              <a:srgbClr val="3A67B8">
                <a:alpha val="85000"/>
              </a:srgb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0935D0EA-E6E8-72DF-2CC0-8AA6CE8F5B4F}"/>
                </a:ext>
              </a:extLst>
            </p:cNvPr>
            <p:cNvSpPr/>
            <p:nvPr/>
          </p:nvSpPr>
          <p:spPr>
            <a:xfrm>
              <a:off x="6167648" y="3334135"/>
              <a:ext cx="2125133" cy="1600200"/>
            </a:xfrm>
            <a:prstGeom prst="roundRect">
              <a:avLst/>
            </a:prstGeom>
            <a:solidFill>
              <a:srgbClr val="335BA3">
                <a:alpha val="85000"/>
              </a:srgb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A2C01AD8-B3E5-E80B-021C-290D4F0A090D}"/>
                </a:ext>
              </a:extLst>
            </p:cNvPr>
            <p:cNvSpPr/>
            <p:nvPr/>
          </p:nvSpPr>
          <p:spPr>
            <a:xfrm>
              <a:off x="8613656" y="3327299"/>
              <a:ext cx="2125133" cy="1600200"/>
            </a:xfrm>
            <a:prstGeom prst="roundRect">
              <a:avLst/>
            </a:prstGeom>
            <a:solidFill>
              <a:srgbClr val="294983">
                <a:alpha val="85000"/>
              </a:srgb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a:extLst>
                <a:ext uri="{FF2B5EF4-FFF2-40B4-BE49-F238E27FC236}">
                  <a16:creationId xmlns:a16="http://schemas.microsoft.com/office/drawing/2014/main" id="{BCCFDA40-A533-FB41-9F66-324F620056A9}"/>
                </a:ext>
              </a:extLst>
            </p:cNvPr>
            <p:cNvGrpSpPr/>
            <p:nvPr/>
          </p:nvGrpSpPr>
          <p:grpSpPr>
            <a:xfrm>
              <a:off x="1425455" y="3327299"/>
              <a:ext cx="2125133" cy="1600200"/>
              <a:chOff x="1016000" y="3429000"/>
              <a:chExt cx="2125133" cy="1600200"/>
            </a:xfrm>
          </p:grpSpPr>
          <p:sp>
            <p:nvSpPr>
              <p:cNvPr id="6" name="Rectangle: Rounded Corners 5">
                <a:extLst>
                  <a:ext uri="{FF2B5EF4-FFF2-40B4-BE49-F238E27FC236}">
                    <a16:creationId xmlns:a16="http://schemas.microsoft.com/office/drawing/2014/main" id="{CA8EE241-92A0-AB7C-3B12-F97AF38E2D37}"/>
                  </a:ext>
                </a:extLst>
              </p:cNvPr>
              <p:cNvSpPr/>
              <p:nvPr/>
            </p:nvSpPr>
            <p:spPr>
              <a:xfrm>
                <a:off x="1016000" y="3429000"/>
                <a:ext cx="2125133" cy="1600200"/>
              </a:xfrm>
              <a:prstGeom prst="roundRect">
                <a:avLst/>
              </a:prstGeom>
              <a:solidFill>
                <a:schemeClr val="accent1">
                  <a:alpha val="8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AD1D5332-F3E9-4B79-E97D-C06B7A666FA8}"/>
                  </a:ext>
                </a:extLst>
              </p:cNvPr>
              <p:cNvSpPr txBox="1"/>
              <p:nvPr/>
            </p:nvSpPr>
            <p:spPr>
              <a:xfrm>
                <a:off x="1089498" y="3635772"/>
                <a:ext cx="1954809" cy="1200329"/>
              </a:xfrm>
              <a:prstGeom prst="rect">
                <a:avLst/>
              </a:prstGeom>
              <a:noFill/>
            </p:spPr>
            <p:txBody>
              <a:bodyPr wrap="square" rtlCol="0">
                <a:spAutoFit/>
              </a:bodyPr>
              <a:lstStyle/>
              <a:p>
                <a:pPr algn="ctr"/>
                <a:r>
                  <a:rPr lang="en-US" sz="1700" dirty="0">
                    <a:solidFill>
                      <a:schemeClr val="bg1"/>
                    </a:solidFill>
                    <a:effectLst>
                      <a:outerShdw blurRad="38100" dist="38100" dir="2700000" algn="tl">
                        <a:srgbClr val="000000">
                          <a:alpha val="43137"/>
                        </a:srgbClr>
                      </a:outerShdw>
                    </a:effectLst>
                    <a:latin typeface="Segoe UI Variable Display Semib" pitchFamily="2" charset="0"/>
                  </a:rPr>
                  <a:t>RESEARCHERS</a:t>
                </a:r>
              </a:p>
              <a:p>
                <a:pPr algn="ctr"/>
                <a:endParaRPr lang="en-US" dirty="0">
                  <a:solidFill>
                    <a:schemeClr val="bg1"/>
                  </a:solidFill>
                  <a:latin typeface="Segoe UI Variable Text Semiligh" pitchFamily="2" charset="0"/>
                </a:endParaRPr>
              </a:p>
              <a:p>
                <a:pPr algn="ctr"/>
                <a:r>
                  <a:rPr lang="en-US" dirty="0">
                    <a:solidFill>
                      <a:schemeClr val="bg1"/>
                    </a:solidFill>
                    <a:latin typeface="Segoe UI Variable Text Semiligh" pitchFamily="2" charset="0"/>
                    <a:cs typeface="Segoe UI Semilight" panose="020B0402040204020203" pitchFamily="34" charset="0"/>
                  </a:rPr>
                  <a:t>Affordability studies</a:t>
                </a:r>
              </a:p>
            </p:txBody>
          </p:sp>
        </p:grpSp>
        <p:sp>
          <p:nvSpPr>
            <p:cNvPr id="15" name="TextBox 14">
              <a:extLst>
                <a:ext uri="{FF2B5EF4-FFF2-40B4-BE49-F238E27FC236}">
                  <a16:creationId xmlns:a16="http://schemas.microsoft.com/office/drawing/2014/main" id="{49EC7646-7D09-7A23-F41A-54857EF55399}"/>
                </a:ext>
              </a:extLst>
            </p:cNvPr>
            <p:cNvSpPr txBox="1"/>
            <p:nvPr/>
          </p:nvSpPr>
          <p:spPr>
            <a:xfrm>
              <a:off x="3906683" y="3534071"/>
              <a:ext cx="1954809" cy="1169551"/>
            </a:xfrm>
            <a:prstGeom prst="rect">
              <a:avLst/>
            </a:prstGeom>
            <a:noFill/>
          </p:spPr>
          <p:txBody>
            <a:bodyPr wrap="square" rtlCol="0">
              <a:spAutoFit/>
            </a:bodyPr>
            <a:lstStyle/>
            <a:p>
              <a:pPr algn="ctr"/>
              <a:r>
                <a:rPr lang="en-US" sz="1700" dirty="0">
                  <a:solidFill>
                    <a:schemeClr val="bg1"/>
                  </a:solidFill>
                  <a:effectLst>
                    <a:outerShdw blurRad="38100" dist="38100" dir="2700000" algn="tl">
                      <a:srgbClr val="000000">
                        <a:alpha val="43137"/>
                      </a:srgbClr>
                    </a:outerShdw>
                  </a:effectLst>
                  <a:latin typeface="Segoe UI Variable Display Semib" pitchFamily="2" charset="0"/>
                </a:rPr>
                <a:t>POLICY ANALYSTS</a:t>
              </a:r>
            </a:p>
            <a:p>
              <a:pPr algn="ctr"/>
              <a:endParaRPr lang="en-US" dirty="0">
                <a:solidFill>
                  <a:schemeClr val="bg1"/>
                </a:solidFill>
                <a:latin typeface="Segoe UI Variable Display" pitchFamily="2" charset="0"/>
              </a:endParaRPr>
            </a:p>
            <a:p>
              <a:pPr algn="ctr"/>
              <a:r>
                <a:rPr lang="en-US" dirty="0">
                  <a:solidFill>
                    <a:schemeClr val="bg1"/>
                  </a:solidFill>
                  <a:latin typeface="Segoe UI Variable Text Semiligh" pitchFamily="2" charset="0"/>
                  <a:cs typeface="Segoe UI Semilight" panose="020B0402040204020203" pitchFamily="34" charset="0"/>
                </a:rPr>
                <a:t>Policy comparison</a:t>
              </a:r>
            </a:p>
          </p:txBody>
        </p:sp>
        <p:sp>
          <p:nvSpPr>
            <p:cNvPr id="16" name="TextBox 15">
              <a:extLst>
                <a:ext uri="{FF2B5EF4-FFF2-40B4-BE49-F238E27FC236}">
                  <a16:creationId xmlns:a16="http://schemas.microsoft.com/office/drawing/2014/main" id="{1C399F51-782B-015B-2747-57D44094CD53}"/>
                </a:ext>
              </a:extLst>
            </p:cNvPr>
            <p:cNvSpPr txBox="1"/>
            <p:nvPr/>
          </p:nvSpPr>
          <p:spPr>
            <a:xfrm>
              <a:off x="6302750" y="3534071"/>
              <a:ext cx="1954809" cy="1200329"/>
            </a:xfrm>
            <a:prstGeom prst="rect">
              <a:avLst/>
            </a:prstGeom>
            <a:noFill/>
          </p:spPr>
          <p:txBody>
            <a:bodyPr wrap="square" rtlCol="0">
              <a:spAutoFit/>
            </a:bodyPr>
            <a:lstStyle/>
            <a:p>
              <a:pPr algn="ctr"/>
              <a:r>
                <a:rPr lang="en-US" sz="1700" dirty="0">
                  <a:solidFill>
                    <a:schemeClr val="bg1"/>
                  </a:solidFill>
                  <a:effectLst>
                    <a:outerShdw blurRad="38100" dist="38100" dir="2700000" algn="tl">
                      <a:srgbClr val="000000">
                        <a:alpha val="43137"/>
                      </a:srgbClr>
                    </a:outerShdw>
                  </a:effectLst>
                  <a:latin typeface="Segoe UI Variable Display Semib" pitchFamily="2" charset="0"/>
                </a:rPr>
                <a:t>STUDENTS</a:t>
              </a:r>
            </a:p>
            <a:p>
              <a:pPr algn="ctr"/>
              <a:endParaRPr lang="en-US" dirty="0">
                <a:solidFill>
                  <a:schemeClr val="bg1"/>
                </a:solidFill>
                <a:latin typeface="Segoe UI Variable Display" pitchFamily="2" charset="0"/>
              </a:endParaRPr>
            </a:p>
            <a:p>
              <a:pPr algn="ctr"/>
              <a:r>
                <a:rPr lang="en-US" dirty="0">
                  <a:solidFill>
                    <a:schemeClr val="bg1"/>
                  </a:solidFill>
                  <a:latin typeface="Segoe UI Variable Text Semiligh" pitchFamily="2" charset="0"/>
                  <a:cs typeface="Segoe UI Semilight" panose="020B0402040204020203" pitchFamily="34" charset="0"/>
                </a:rPr>
                <a:t>Economic research</a:t>
              </a:r>
            </a:p>
          </p:txBody>
        </p:sp>
        <p:sp>
          <p:nvSpPr>
            <p:cNvPr id="17" name="TextBox 16">
              <a:extLst>
                <a:ext uri="{FF2B5EF4-FFF2-40B4-BE49-F238E27FC236}">
                  <a16:creationId xmlns:a16="http://schemas.microsoft.com/office/drawing/2014/main" id="{7B1044EE-B844-3B84-21CF-FF8118DD5768}"/>
                </a:ext>
              </a:extLst>
            </p:cNvPr>
            <p:cNvSpPr txBox="1"/>
            <p:nvPr/>
          </p:nvSpPr>
          <p:spPr>
            <a:xfrm>
              <a:off x="8698817" y="3534071"/>
              <a:ext cx="1954809" cy="1184940"/>
            </a:xfrm>
            <a:prstGeom prst="rect">
              <a:avLst/>
            </a:prstGeom>
            <a:noFill/>
          </p:spPr>
          <p:txBody>
            <a:bodyPr wrap="square" rtlCol="0">
              <a:spAutoFit/>
            </a:bodyPr>
            <a:lstStyle/>
            <a:p>
              <a:pPr algn="ctr"/>
              <a:r>
                <a:rPr lang="en-US" sz="1700" dirty="0">
                  <a:solidFill>
                    <a:schemeClr val="bg1"/>
                  </a:solidFill>
                  <a:effectLst>
                    <a:outerShdw blurRad="38100" dist="38100" dir="2700000" algn="tl">
                      <a:srgbClr val="000000">
                        <a:alpha val="43137"/>
                      </a:srgbClr>
                    </a:outerShdw>
                  </a:effectLst>
                  <a:latin typeface="Segoe UI Variable Display Semib" pitchFamily="2" charset="0"/>
                </a:rPr>
                <a:t>JOURNALISTS</a:t>
              </a:r>
            </a:p>
            <a:p>
              <a:pPr algn="ctr"/>
              <a:endParaRPr lang="en-US" dirty="0">
                <a:solidFill>
                  <a:schemeClr val="bg1"/>
                </a:solidFill>
                <a:latin typeface="Segoe UI Variable Display" pitchFamily="2" charset="0"/>
              </a:endParaRPr>
            </a:p>
            <a:p>
              <a:pPr algn="ctr"/>
              <a:r>
                <a:rPr lang="en-US" dirty="0">
                  <a:solidFill>
                    <a:schemeClr val="bg1"/>
                  </a:solidFill>
                  <a:latin typeface="Segoe UI Variable Text Semiligh" pitchFamily="2" charset="0"/>
                  <a:cs typeface="Segoe UI Semilight" panose="020B0402040204020203" pitchFamily="34" charset="0"/>
                </a:rPr>
                <a:t>Public Health Analysis</a:t>
              </a:r>
            </a:p>
          </p:txBody>
        </p:sp>
        <p:grpSp>
          <p:nvGrpSpPr>
            <p:cNvPr id="23" name="Group 22">
              <a:extLst>
                <a:ext uri="{FF2B5EF4-FFF2-40B4-BE49-F238E27FC236}">
                  <a16:creationId xmlns:a16="http://schemas.microsoft.com/office/drawing/2014/main" id="{B9886B27-8537-CF83-F50F-B101FE14F6A3}"/>
                </a:ext>
              </a:extLst>
            </p:cNvPr>
            <p:cNvGrpSpPr/>
            <p:nvPr/>
          </p:nvGrpSpPr>
          <p:grpSpPr>
            <a:xfrm>
              <a:off x="2019157" y="2244119"/>
              <a:ext cx="1029569" cy="914400"/>
              <a:chOff x="1609702" y="2345820"/>
              <a:chExt cx="1029569" cy="914400"/>
            </a:xfrm>
          </p:grpSpPr>
          <p:pic>
            <p:nvPicPr>
              <p:cNvPr id="19" name="Graphic 18" descr="Document with solid fill">
                <a:extLst>
                  <a:ext uri="{FF2B5EF4-FFF2-40B4-BE49-F238E27FC236}">
                    <a16:creationId xmlns:a16="http://schemas.microsoft.com/office/drawing/2014/main" id="{2AC25812-A4AF-8620-9852-54B1CDA0FE8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flipH="1">
                <a:off x="1609702" y="2345820"/>
                <a:ext cx="914400" cy="914400"/>
              </a:xfrm>
              <a:prstGeom prst="rect">
                <a:avLst/>
              </a:prstGeom>
            </p:spPr>
          </p:pic>
          <p:pic>
            <p:nvPicPr>
              <p:cNvPr id="21" name="Graphic 20" descr="Magnifying glass with solid fill">
                <a:extLst>
                  <a:ext uri="{FF2B5EF4-FFF2-40B4-BE49-F238E27FC236}">
                    <a16:creationId xmlns:a16="http://schemas.microsoft.com/office/drawing/2014/main" id="{6877FC36-D8F3-D66A-6147-5E50B7DAEB3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961744" y="2558374"/>
                <a:ext cx="677527" cy="677527"/>
              </a:xfrm>
              <a:prstGeom prst="rect">
                <a:avLst/>
              </a:prstGeom>
            </p:spPr>
          </p:pic>
          <p:sp>
            <p:nvSpPr>
              <p:cNvPr id="22" name="Flowchart: Connector 21">
                <a:extLst>
                  <a:ext uri="{FF2B5EF4-FFF2-40B4-BE49-F238E27FC236}">
                    <a16:creationId xmlns:a16="http://schemas.microsoft.com/office/drawing/2014/main" id="{70FC2C59-0151-C2EB-F392-77AF89324F0A}"/>
                  </a:ext>
                </a:extLst>
              </p:cNvPr>
              <p:cNvSpPr/>
              <p:nvPr/>
            </p:nvSpPr>
            <p:spPr>
              <a:xfrm>
                <a:off x="2066902" y="2661428"/>
                <a:ext cx="338328" cy="338328"/>
              </a:xfrm>
              <a:prstGeom prst="flowChartConnector">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2" name="Graphic 41" descr="Research with solid fill">
              <a:extLst>
                <a:ext uri="{FF2B5EF4-FFF2-40B4-BE49-F238E27FC236}">
                  <a16:creationId xmlns:a16="http://schemas.microsoft.com/office/drawing/2014/main" id="{B237DBB0-A8B4-79A6-376A-2CFA83CFE81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26886" y="2271691"/>
              <a:ext cx="914400" cy="914400"/>
            </a:xfrm>
            <a:prstGeom prst="rect">
              <a:avLst/>
            </a:prstGeom>
          </p:spPr>
        </p:pic>
        <p:pic>
          <p:nvPicPr>
            <p:cNvPr id="44" name="Graphic 43" descr="Head with gears with solid fill">
              <a:extLst>
                <a:ext uri="{FF2B5EF4-FFF2-40B4-BE49-F238E27FC236}">
                  <a16:creationId xmlns:a16="http://schemas.microsoft.com/office/drawing/2014/main" id="{E4132CB0-4334-4EBA-81B1-190049724E4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773014" y="2245573"/>
              <a:ext cx="914400" cy="914400"/>
            </a:xfrm>
            <a:prstGeom prst="rect">
              <a:avLst/>
            </a:prstGeom>
          </p:spPr>
        </p:pic>
        <p:grpSp>
          <p:nvGrpSpPr>
            <p:cNvPr id="53" name="Group 52">
              <a:extLst>
                <a:ext uri="{FF2B5EF4-FFF2-40B4-BE49-F238E27FC236}">
                  <a16:creationId xmlns:a16="http://schemas.microsoft.com/office/drawing/2014/main" id="{238DC40F-FFAA-48A1-5D5F-832FC7B6DBAB}"/>
                </a:ext>
              </a:extLst>
            </p:cNvPr>
            <p:cNvGrpSpPr/>
            <p:nvPr/>
          </p:nvGrpSpPr>
          <p:grpSpPr>
            <a:xfrm>
              <a:off x="9119142" y="2243487"/>
              <a:ext cx="1064940" cy="914400"/>
              <a:chOff x="8500190" y="2326640"/>
              <a:chExt cx="1064940" cy="914400"/>
            </a:xfrm>
          </p:grpSpPr>
          <p:pic>
            <p:nvPicPr>
              <p:cNvPr id="48" name="Graphic 47" descr="Microphone with solid fill">
                <a:extLst>
                  <a:ext uri="{FF2B5EF4-FFF2-40B4-BE49-F238E27FC236}">
                    <a16:creationId xmlns:a16="http://schemas.microsoft.com/office/drawing/2014/main" id="{612EE016-8769-8677-1AF8-FAA3E92F32CC}"/>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161465">
                <a:off x="8500190" y="2672066"/>
                <a:ext cx="531417" cy="531417"/>
              </a:xfrm>
              <a:prstGeom prst="rect">
                <a:avLst/>
              </a:prstGeom>
            </p:spPr>
          </p:pic>
          <p:pic>
            <p:nvPicPr>
              <p:cNvPr id="52" name="Graphic 51" descr="Office worker male with solid fill">
                <a:extLst>
                  <a:ext uri="{FF2B5EF4-FFF2-40B4-BE49-F238E27FC236}">
                    <a16:creationId xmlns:a16="http://schemas.microsoft.com/office/drawing/2014/main" id="{76FD2CED-D29E-1B3C-FDA3-9DC6B68B5D33}"/>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650730" y="2326640"/>
                <a:ext cx="914400" cy="914400"/>
              </a:xfrm>
              <a:prstGeom prst="rect">
                <a:avLst/>
              </a:prstGeom>
            </p:spPr>
          </p:pic>
        </p:grpSp>
      </p:grpSp>
    </p:spTree>
    <p:extLst>
      <p:ext uri="{BB962C8B-B14F-4D97-AF65-F5344CB8AC3E}">
        <p14:creationId xmlns:p14="http://schemas.microsoft.com/office/powerpoint/2010/main" val="1054884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D0E8AA5-01BD-9DC8-7CEF-9C24F8EBEC0D}"/>
              </a:ext>
            </a:extLst>
          </p:cNvPr>
          <p:cNvSpPr/>
          <p:nvPr/>
        </p:nvSpPr>
        <p:spPr>
          <a:xfrm>
            <a:off x="3657600" y="-38100"/>
            <a:ext cx="1055914" cy="6934200"/>
          </a:xfrm>
          <a:prstGeom prst="rect">
            <a:avLst/>
          </a:prstGeom>
          <a:solidFill>
            <a:schemeClr val="bg1">
              <a:lumMod val="85000"/>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F930B7A-F7E3-C748-38DA-204D79AA6867}"/>
              </a:ext>
            </a:extLst>
          </p:cNvPr>
          <p:cNvSpPr/>
          <p:nvPr/>
        </p:nvSpPr>
        <p:spPr>
          <a:xfrm>
            <a:off x="-76201" y="-38100"/>
            <a:ext cx="3897087" cy="6934200"/>
          </a:xfrm>
          <a:prstGeom prst="rect">
            <a:avLst/>
          </a:prstGeom>
          <a:solidFill>
            <a:srgbClr val="203C7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975CFF-59BB-331F-E5D5-BFDC74F5AC9D}"/>
              </a:ext>
            </a:extLst>
          </p:cNvPr>
          <p:cNvSpPr>
            <a:spLocks noGrp="1"/>
          </p:cNvSpPr>
          <p:nvPr>
            <p:ph type="title"/>
          </p:nvPr>
        </p:nvSpPr>
        <p:spPr>
          <a:xfrm>
            <a:off x="-76201" y="2847067"/>
            <a:ext cx="4593772" cy="1325563"/>
          </a:xfrm>
        </p:spPr>
        <p:txBody>
          <a:bodyPr>
            <a:normAutofit/>
          </a:bodyPr>
          <a:lstStyle/>
          <a:p>
            <a:r>
              <a:rPr lang="en-US" sz="4000" dirty="0">
                <a:solidFill>
                  <a:schemeClr val="bg1"/>
                </a:solidFill>
                <a:effectLst>
                  <a:outerShdw blurRad="38100" dist="38100" dir="2700000" algn="tl">
                    <a:srgbClr val="000000">
                      <a:alpha val="43137"/>
                    </a:srgbClr>
                  </a:outerShdw>
                </a:effectLst>
                <a:latin typeface="Segoe UI Black" panose="020B0A02040204020203" pitchFamily="34" charset="0"/>
                <a:ea typeface="Segoe UI Black" panose="020B0A02040204020203" pitchFamily="34" charset="0"/>
              </a:rPr>
              <a:t>CONCLUSIONS</a:t>
            </a:r>
          </a:p>
        </p:txBody>
      </p:sp>
      <p:sp>
        <p:nvSpPr>
          <p:cNvPr id="6" name="Flowchart: Connector 5">
            <a:extLst>
              <a:ext uri="{FF2B5EF4-FFF2-40B4-BE49-F238E27FC236}">
                <a16:creationId xmlns:a16="http://schemas.microsoft.com/office/drawing/2014/main" id="{DE8B5799-371C-AF6F-C851-1DA549C47C3E}"/>
              </a:ext>
            </a:extLst>
          </p:cNvPr>
          <p:cNvSpPr/>
          <p:nvPr/>
        </p:nvSpPr>
        <p:spPr>
          <a:xfrm>
            <a:off x="4299857" y="69430"/>
            <a:ext cx="827314" cy="849086"/>
          </a:xfrm>
          <a:prstGeom prst="flowChartConnector">
            <a:avLst/>
          </a:prstGeom>
          <a:solidFill>
            <a:srgbClr val="6085D6"/>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owchart: Connector 6">
            <a:extLst>
              <a:ext uri="{FF2B5EF4-FFF2-40B4-BE49-F238E27FC236}">
                <a16:creationId xmlns:a16="http://schemas.microsoft.com/office/drawing/2014/main" id="{B6A413A4-F7A9-1B9F-EF20-54192D8460A8}"/>
              </a:ext>
            </a:extLst>
          </p:cNvPr>
          <p:cNvSpPr/>
          <p:nvPr/>
        </p:nvSpPr>
        <p:spPr>
          <a:xfrm>
            <a:off x="4299857" y="1211006"/>
            <a:ext cx="827314" cy="849086"/>
          </a:xfrm>
          <a:prstGeom prst="flowChartConnector">
            <a:avLst/>
          </a:prstGeom>
          <a:solidFill>
            <a:srgbClr val="4D76D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a:extLst>
              <a:ext uri="{FF2B5EF4-FFF2-40B4-BE49-F238E27FC236}">
                <a16:creationId xmlns:a16="http://schemas.microsoft.com/office/drawing/2014/main" id="{3D09CEA7-3915-19A0-9F7E-56EB28A9C143}"/>
              </a:ext>
            </a:extLst>
          </p:cNvPr>
          <p:cNvSpPr/>
          <p:nvPr/>
        </p:nvSpPr>
        <p:spPr>
          <a:xfrm>
            <a:off x="4299857" y="3494158"/>
            <a:ext cx="827314" cy="849086"/>
          </a:xfrm>
          <a:prstGeom prst="flowChartConnector">
            <a:avLst/>
          </a:prstGeom>
          <a:solidFill>
            <a:srgbClr val="274995"/>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A0204FDD-50C9-2B76-19E0-9C986216AF7E}"/>
              </a:ext>
            </a:extLst>
          </p:cNvPr>
          <p:cNvSpPr/>
          <p:nvPr/>
        </p:nvSpPr>
        <p:spPr>
          <a:xfrm>
            <a:off x="4299857" y="4635734"/>
            <a:ext cx="827314" cy="849086"/>
          </a:xfrm>
          <a:prstGeom prst="flowChartConnector">
            <a:avLst/>
          </a:prstGeom>
          <a:solidFill>
            <a:srgbClr val="1D3771"/>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Connector 12">
            <a:extLst>
              <a:ext uri="{FF2B5EF4-FFF2-40B4-BE49-F238E27FC236}">
                <a16:creationId xmlns:a16="http://schemas.microsoft.com/office/drawing/2014/main" id="{A37EBB72-84AF-849F-088C-C07830F25D79}"/>
              </a:ext>
            </a:extLst>
          </p:cNvPr>
          <p:cNvSpPr/>
          <p:nvPr/>
        </p:nvSpPr>
        <p:spPr>
          <a:xfrm>
            <a:off x="4299857" y="5777309"/>
            <a:ext cx="827314" cy="849086"/>
          </a:xfrm>
          <a:prstGeom prst="flowChartConnector">
            <a:avLst/>
          </a:prstGeom>
          <a:solidFill>
            <a:srgbClr val="132449"/>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lowchart: Connector 14">
            <a:extLst>
              <a:ext uri="{FF2B5EF4-FFF2-40B4-BE49-F238E27FC236}">
                <a16:creationId xmlns:a16="http://schemas.microsoft.com/office/drawing/2014/main" id="{2D704860-9320-EF75-CDA9-2FFFF90E3A3C}"/>
              </a:ext>
            </a:extLst>
          </p:cNvPr>
          <p:cNvSpPr/>
          <p:nvPr/>
        </p:nvSpPr>
        <p:spPr>
          <a:xfrm>
            <a:off x="4299857" y="2352582"/>
            <a:ext cx="827314" cy="849086"/>
          </a:xfrm>
          <a:prstGeom prst="flowChartConnector">
            <a:avLst/>
          </a:prstGeom>
          <a:solidFill>
            <a:srgbClr val="3360C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393EC07-D7B7-8DEA-9A0C-0531CE7FE3DA}"/>
              </a:ext>
            </a:extLst>
          </p:cNvPr>
          <p:cNvSpPr txBox="1"/>
          <p:nvPr/>
        </p:nvSpPr>
        <p:spPr>
          <a:xfrm>
            <a:off x="4374847" y="257751"/>
            <a:ext cx="677334"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Segoe UI Variable Display" pitchFamily="2" charset="0"/>
              </a:rPr>
              <a:t>01</a:t>
            </a:r>
          </a:p>
        </p:txBody>
      </p:sp>
      <p:sp>
        <p:nvSpPr>
          <p:cNvPr id="19" name="TextBox 18">
            <a:extLst>
              <a:ext uri="{FF2B5EF4-FFF2-40B4-BE49-F238E27FC236}">
                <a16:creationId xmlns:a16="http://schemas.microsoft.com/office/drawing/2014/main" id="{C1AA41C7-A242-822E-ACF9-EAE939EE287E}"/>
              </a:ext>
            </a:extLst>
          </p:cNvPr>
          <p:cNvSpPr txBox="1"/>
          <p:nvPr/>
        </p:nvSpPr>
        <p:spPr>
          <a:xfrm>
            <a:off x="4374847" y="1404716"/>
            <a:ext cx="677334"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Segoe UI Variable Display" pitchFamily="2" charset="0"/>
              </a:rPr>
              <a:t>02</a:t>
            </a:r>
          </a:p>
        </p:txBody>
      </p:sp>
      <p:sp>
        <p:nvSpPr>
          <p:cNvPr id="21" name="TextBox 20">
            <a:extLst>
              <a:ext uri="{FF2B5EF4-FFF2-40B4-BE49-F238E27FC236}">
                <a16:creationId xmlns:a16="http://schemas.microsoft.com/office/drawing/2014/main" id="{FD492C97-0E4E-9CEC-3A81-F7600143B43D}"/>
              </a:ext>
            </a:extLst>
          </p:cNvPr>
          <p:cNvSpPr txBox="1"/>
          <p:nvPr/>
        </p:nvSpPr>
        <p:spPr>
          <a:xfrm>
            <a:off x="4374847" y="2554577"/>
            <a:ext cx="677334"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Segoe UI Variable Display" pitchFamily="2" charset="0"/>
              </a:rPr>
              <a:t>03</a:t>
            </a:r>
          </a:p>
        </p:txBody>
      </p:sp>
      <p:sp>
        <p:nvSpPr>
          <p:cNvPr id="22" name="TextBox 21">
            <a:extLst>
              <a:ext uri="{FF2B5EF4-FFF2-40B4-BE49-F238E27FC236}">
                <a16:creationId xmlns:a16="http://schemas.microsoft.com/office/drawing/2014/main" id="{31B07E45-C24E-A749-CCD9-3C5D60E88315}"/>
              </a:ext>
            </a:extLst>
          </p:cNvPr>
          <p:cNvSpPr txBox="1"/>
          <p:nvPr/>
        </p:nvSpPr>
        <p:spPr>
          <a:xfrm>
            <a:off x="4374847" y="3687868"/>
            <a:ext cx="677334"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Segoe UI Variable Display" pitchFamily="2" charset="0"/>
              </a:rPr>
              <a:t>04</a:t>
            </a:r>
          </a:p>
        </p:txBody>
      </p:sp>
      <p:sp>
        <p:nvSpPr>
          <p:cNvPr id="23" name="TextBox 22">
            <a:extLst>
              <a:ext uri="{FF2B5EF4-FFF2-40B4-BE49-F238E27FC236}">
                <a16:creationId xmlns:a16="http://schemas.microsoft.com/office/drawing/2014/main" id="{0B1F89E4-7DD6-C47A-8C2C-42733FFEF089}"/>
              </a:ext>
            </a:extLst>
          </p:cNvPr>
          <p:cNvSpPr txBox="1"/>
          <p:nvPr/>
        </p:nvSpPr>
        <p:spPr>
          <a:xfrm>
            <a:off x="4374847" y="4823902"/>
            <a:ext cx="677334"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Segoe UI Variable Display" pitchFamily="2" charset="0"/>
              </a:rPr>
              <a:t>05</a:t>
            </a:r>
          </a:p>
        </p:txBody>
      </p:sp>
      <p:sp>
        <p:nvSpPr>
          <p:cNvPr id="24" name="TextBox 23">
            <a:extLst>
              <a:ext uri="{FF2B5EF4-FFF2-40B4-BE49-F238E27FC236}">
                <a16:creationId xmlns:a16="http://schemas.microsoft.com/office/drawing/2014/main" id="{F1E85442-EDBD-2DF4-C3F5-4E46271FCB35}"/>
              </a:ext>
            </a:extLst>
          </p:cNvPr>
          <p:cNvSpPr txBox="1"/>
          <p:nvPr/>
        </p:nvSpPr>
        <p:spPr>
          <a:xfrm>
            <a:off x="4374847" y="5971019"/>
            <a:ext cx="677334"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Segoe UI Variable Display" pitchFamily="2" charset="0"/>
              </a:rPr>
              <a:t>06</a:t>
            </a:r>
          </a:p>
        </p:txBody>
      </p:sp>
      <p:sp>
        <p:nvSpPr>
          <p:cNvPr id="25" name="TextBox 24">
            <a:extLst>
              <a:ext uri="{FF2B5EF4-FFF2-40B4-BE49-F238E27FC236}">
                <a16:creationId xmlns:a16="http://schemas.microsoft.com/office/drawing/2014/main" id="{9D0116C3-509C-F24B-4E3D-079D4F7F5B7E}"/>
              </a:ext>
            </a:extLst>
          </p:cNvPr>
          <p:cNvSpPr txBox="1"/>
          <p:nvPr/>
        </p:nvSpPr>
        <p:spPr>
          <a:xfrm>
            <a:off x="5192485" y="0"/>
            <a:ext cx="6999515" cy="1107996"/>
          </a:xfrm>
          <a:prstGeom prst="rect">
            <a:avLst/>
          </a:prstGeom>
          <a:noFill/>
        </p:spPr>
        <p:txBody>
          <a:bodyPr wrap="square" rtlCol="0">
            <a:spAutoFit/>
          </a:bodyPr>
          <a:lstStyle/>
          <a:p>
            <a:r>
              <a:rPr lang="en-US" b="1" dirty="0">
                <a:solidFill>
                  <a:srgbClr val="6085D6"/>
                </a:solidFill>
                <a:effectLst>
                  <a:outerShdw blurRad="38100" dist="38100" dir="2700000" algn="tl">
                    <a:srgbClr val="000000">
                      <a:alpha val="43137"/>
                    </a:srgbClr>
                  </a:outerShdw>
                </a:effectLst>
                <a:latin typeface="Segoe UI Variable Display Semil" pitchFamily="2" charset="0"/>
              </a:rPr>
              <a:t>The United States Has the Highest Out-of-Pocket Spending</a:t>
            </a:r>
          </a:p>
          <a:p>
            <a:r>
              <a:rPr lang="en-US" sz="1600" dirty="0">
                <a:effectLst>
                  <a:outerShdw blurRad="38100" dist="38100" dir="2700000" algn="tl">
                    <a:srgbClr val="000000">
                      <a:alpha val="43137"/>
                    </a:srgbClr>
                  </a:outerShdw>
                </a:effectLst>
                <a:latin typeface="Segoe UI Variable Display Semil" pitchFamily="2" charset="0"/>
              </a:rPr>
              <a:t>Even after PPP adjustment, U.S. households bear a larger direct financial burden. This aligns with the U.S. healthcare system’s heavier reliance on private insurance and cost-sharing.</a:t>
            </a:r>
            <a:endParaRPr lang="en-US" b="1" dirty="0">
              <a:solidFill>
                <a:srgbClr val="6085D6"/>
              </a:solidFill>
              <a:effectLst>
                <a:outerShdw blurRad="38100" dist="38100" dir="2700000" algn="tl">
                  <a:srgbClr val="000000">
                    <a:alpha val="43137"/>
                  </a:srgbClr>
                </a:outerShdw>
              </a:effectLst>
              <a:latin typeface="Segoe UI Variable Display Semil" pitchFamily="2" charset="0"/>
            </a:endParaRPr>
          </a:p>
        </p:txBody>
      </p:sp>
      <p:sp>
        <p:nvSpPr>
          <p:cNvPr id="26" name="TextBox 25">
            <a:extLst>
              <a:ext uri="{FF2B5EF4-FFF2-40B4-BE49-F238E27FC236}">
                <a16:creationId xmlns:a16="http://schemas.microsoft.com/office/drawing/2014/main" id="{509737DA-64DC-A44E-7739-B51B2038B011}"/>
              </a:ext>
            </a:extLst>
          </p:cNvPr>
          <p:cNvSpPr txBox="1"/>
          <p:nvPr/>
        </p:nvSpPr>
        <p:spPr>
          <a:xfrm>
            <a:off x="5192484" y="1353004"/>
            <a:ext cx="6999515" cy="861774"/>
          </a:xfrm>
          <a:prstGeom prst="rect">
            <a:avLst/>
          </a:prstGeom>
          <a:noFill/>
        </p:spPr>
        <p:txBody>
          <a:bodyPr wrap="square" rtlCol="0">
            <a:spAutoFit/>
          </a:bodyPr>
          <a:lstStyle/>
          <a:p>
            <a:r>
              <a:rPr lang="en-US" b="1" dirty="0">
                <a:solidFill>
                  <a:srgbClr val="4D76D3"/>
                </a:solidFill>
                <a:effectLst>
                  <a:outerShdw blurRad="38100" dist="38100" dir="2700000" algn="tl">
                    <a:srgbClr val="000000">
                      <a:alpha val="43137"/>
                    </a:srgbClr>
                  </a:outerShdw>
                </a:effectLst>
                <a:latin typeface="Segoe UI Variable Display Semil" pitchFamily="2" charset="0"/>
              </a:rPr>
              <a:t>The UK and Japan Have the Lowest Household Burden</a:t>
            </a:r>
          </a:p>
          <a:p>
            <a:r>
              <a:rPr lang="en-US" sz="1600" dirty="0">
                <a:effectLst>
                  <a:outerShdw blurRad="38100" dist="38100" dir="2700000" algn="tl">
                    <a:srgbClr val="000000">
                      <a:alpha val="43137"/>
                    </a:srgbClr>
                  </a:outerShdw>
                </a:effectLst>
                <a:latin typeface="Segoe UI Variable Display Semil" pitchFamily="2" charset="0"/>
              </a:rPr>
              <a:t>Both countries have strong public coverage systems. OOP spending represents a smaller portion of overall health financing.</a:t>
            </a:r>
            <a:endParaRPr lang="en-US" b="1" dirty="0">
              <a:solidFill>
                <a:srgbClr val="6085D6"/>
              </a:solidFill>
              <a:effectLst>
                <a:outerShdw blurRad="38100" dist="38100" dir="2700000" algn="tl">
                  <a:srgbClr val="000000">
                    <a:alpha val="43137"/>
                  </a:srgbClr>
                </a:outerShdw>
              </a:effectLst>
              <a:latin typeface="Segoe UI Variable Display Semil" pitchFamily="2" charset="0"/>
            </a:endParaRPr>
          </a:p>
        </p:txBody>
      </p:sp>
      <p:sp>
        <p:nvSpPr>
          <p:cNvPr id="27" name="TextBox 26">
            <a:extLst>
              <a:ext uri="{FF2B5EF4-FFF2-40B4-BE49-F238E27FC236}">
                <a16:creationId xmlns:a16="http://schemas.microsoft.com/office/drawing/2014/main" id="{7295AAA3-FCED-F1D8-9DAC-82FDE39DD2F0}"/>
              </a:ext>
            </a:extLst>
          </p:cNvPr>
          <p:cNvSpPr txBox="1"/>
          <p:nvPr/>
        </p:nvSpPr>
        <p:spPr>
          <a:xfrm>
            <a:off x="5202161" y="2459786"/>
            <a:ext cx="6999515" cy="1015663"/>
          </a:xfrm>
          <a:prstGeom prst="rect">
            <a:avLst/>
          </a:prstGeom>
          <a:noFill/>
        </p:spPr>
        <p:txBody>
          <a:bodyPr wrap="square" rtlCol="0">
            <a:spAutoFit/>
          </a:bodyPr>
          <a:lstStyle/>
          <a:p>
            <a:r>
              <a:rPr lang="en-US" b="1" dirty="0">
                <a:solidFill>
                  <a:srgbClr val="3360C3"/>
                </a:solidFill>
                <a:effectLst>
                  <a:outerShdw blurRad="38100" dist="38100" dir="2700000" algn="tl">
                    <a:srgbClr val="000000">
                      <a:alpha val="43137"/>
                    </a:srgbClr>
                  </a:outerShdw>
                </a:effectLst>
                <a:latin typeface="Segoe UI Variable Display Semil" pitchFamily="2" charset="0"/>
              </a:rPr>
              <a:t>Canada and China Sit in the Middle (But for Different Reasons)</a:t>
            </a:r>
          </a:p>
          <a:p>
            <a:r>
              <a:rPr lang="en-US" sz="1400" dirty="0">
                <a:effectLst>
                  <a:outerShdw blurRad="38100" dist="38100" dir="2700000" algn="tl">
                    <a:srgbClr val="000000">
                      <a:alpha val="43137"/>
                    </a:srgbClr>
                  </a:outerShdw>
                </a:effectLst>
                <a:latin typeface="Segoe UI Variable Display Semil" pitchFamily="2" charset="0"/>
              </a:rPr>
              <a:t>Canada: Moderate OOP levels — universal coverage, but some services (e.g., dental, prescriptions outside hospital) require private payment. China: Rising OOP trend across years, reflecting healthcare reforms and system transition dynamics.</a:t>
            </a:r>
            <a:endParaRPr lang="en-US" sz="1600" b="1" dirty="0">
              <a:solidFill>
                <a:srgbClr val="6085D6"/>
              </a:solidFill>
              <a:effectLst>
                <a:outerShdw blurRad="38100" dist="38100" dir="2700000" algn="tl">
                  <a:srgbClr val="000000">
                    <a:alpha val="43137"/>
                  </a:srgbClr>
                </a:outerShdw>
              </a:effectLst>
              <a:latin typeface="Segoe UI Variable Display Semil" pitchFamily="2" charset="0"/>
            </a:endParaRPr>
          </a:p>
        </p:txBody>
      </p:sp>
      <p:sp>
        <p:nvSpPr>
          <p:cNvPr id="28" name="TextBox 27">
            <a:extLst>
              <a:ext uri="{FF2B5EF4-FFF2-40B4-BE49-F238E27FC236}">
                <a16:creationId xmlns:a16="http://schemas.microsoft.com/office/drawing/2014/main" id="{6BD6D158-E26D-63D5-BD43-5977976E1DCE}"/>
              </a:ext>
            </a:extLst>
          </p:cNvPr>
          <p:cNvSpPr txBox="1"/>
          <p:nvPr/>
        </p:nvSpPr>
        <p:spPr>
          <a:xfrm>
            <a:off x="5202161" y="3566568"/>
            <a:ext cx="6999515" cy="861774"/>
          </a:xfrm>
          <a:prstGeom prst="rect">
            <a:avLst/>
          </a:prstGeom>
          <a:noFill/>
        </p:spPr>
        <p:txBody>
          <a:bodyPr wrap="square" rtlCol="0">
            <a:spAutoFit/>
          </a:bodyPr>
          <a:lstStyle/>
          <a:p>
            <a:r>
              <a:rPr lang="en-US" b="1" dirty="0">
                <a:solidFill>
                  <a:srgbClr val="274995"/>
                </a:solidFill>
                <a:effectLst>
                  <a:outerShdw blurRad="38100" dist="38100" dir="2700000" algn="tl">
                    <a:srgbClr val="000000">
                      <a:alpha val="43137"/>
                    </a:srgbClr>
                  </a:outerShdw>
                </a:effectLst>
                <a:latin typeface="Segoe UI Variable Display Semil" pitchFamily="2" charset="0"/>
              </a:rPr>
              <a:t>WHO and OECD Values Are Very Close</a:t>
            </a:r>
          </a:p>
          <a:p>
            <a:r>
              <a:rPr lang="en-US" sz="1600" dirty="0">
                <a:effectLst>
                  <a:outerShdw blurRad="38100" dist="38100" dir="2700000" algn="tl">
                    <a:srgbClr val="000000">
                      <a:alpha val="43137"/>
                    </a:srgbClr>
                  </a:outerShdw>
                </a:effectLst>
                <a:latin typeface="Segoe UI Variable Display Semil" pitchFamily="2" charset="0"/>
              </a:rPr>
              <a:t>Both sources follow the SHA 2011 framework. Differences likely reflect: Update timing, Revision cycles, Rounding differences, PPP recalculations</a:t>
            </a:r>
            <a:endParaRPr lang="en-US" b="1" dirty="0">
              <a:solidFill>
                <a:srgbClr val="6085D6"/>
              </a:solidFill>
              <a:effectLst>
                <a:outerShdw blurRad="38100" dist="38100" dir="2700000" algn="tl">
                  <a:srgbClr val="000000">
                    <a:alpha val="43137"/>
                  </a:srgbClr>
                </a:outerShdw>
              </a:effectLst>
              <a:latin typeface="Segoe UI Variable Display Semil" pitchFamily="2" charset="0"/>
            </a:endParaRPr>
          </a:p>
        </p:txBody>
      </p:sp>
      <p:sp>
        <p:nvSpPr>
          <p:cNvPr id="29" name="TextBox 28">
            <a:extLst>
              <a:ext uri="{FF2B5EF4-FFF2-40B4-BE49-F238E27FC236}">
                <a16:creationId xmlns:a16="http://schemas.microsoft.com/office/drawing/2014/main" id="{E8CAF895-668F-B444-096E-E107EDC73D19}"/>
              </a:ext>
            </a:extLst>
          </p:cNvPr>
          <p:cNvSpPr txBox="1"/>
          <p:nvPr/>
        </p:nvSpPr>
        <p:spPr>
          <a:xfrm>
            <a:off x="5202161" y="4673350"/>
            <a:ext cx="6999515" cy="861774"/>
          </a:xfrm>
          <a:prstGeom prst="rect">
            <a:avLst/>
          </a:prstGeom>
          <a:noFill/>
        </p:spPr>
        <p:txBody>
          <a:bodyPr wrap="square" rtlCol="0">
            <a:spAutoFit/>
          </a:bodyPr>
          <a:lstStyle/>
          <a:p>
            <a:r>
              <a:rPr lang="en-US" b="1" dirty="0">
                <a:solidFill>
                  <a:srgbClr val="1D3771"/>
                </a:solidFill>
                <a:effectLst>
                  <a:outerShdw blurRad="38100" dist="38100" dir="2700000" algn="tl">
                    <a:srgbClr val="000000">
                      <a:alpha val="43137"/>
                    </a:srgbClr>
                  </a:outerShdw>
                </a:effectLst>
                <a:latin typeface="Segoe UI Variable Display Semil" pitchFamily="2" charset="0"/>
              </a:rPr>
              <a:t>COVID-19 Years (2020–2021) Show Irregular Patterns</a:t>
            </a:r>
          </a:p>
          <a:p>
            <a:r>
              <a:rPr lang="en-US" sz="1600" dirty="0">
                <a:effectLst>
                  <a:outerShdw blurRad="38100" dist="38100" dir="2700000" algn="tl">
                    <a:srgbClr val="000000">
                      <a:alpha val="43137"/>
                    </a:srgbClr>
                  </a:outerShdw>
                </a:effectLst>
                <a:latin typeface="Segoe UI Variable Display Semil" pitchFamily="2" charset="0"/>
              </a:rPr>
              <a:t>Slower growth or slight distortions during 2020–2021. This likely reflects: Deferred care, Government interventions, Temporary cost-sharing changes</a:t>
            </a:r>
            <a:endParaRPr lang="en-US" b="1" dirty="0">
              <a:solidFill>
                <a:srgbClr val="6085D6"/>
              </a:solidFill>
              <a:effectLst>
                <a:outerShdw blurRad="38100" dist="38100" dir="2700000" algn="tl">
                  <a:srgbClr val="000000">
                    <a:alpha val="43137"/>
                  </a:srgbClr>
                </a:outerShdw>
              </a:effectLst>
              <a:latin typeface="Segoe UI Variable Display Semil" pitchFamily="2" charset="0"/>
            </a:endParaRPr>
          </a:p>
        </p:txBody>
      </p:sp>
      <p:sp>
        <p:nvSpPr>
          <p:cNvPr id="30" name="TextBox 29">
            <a:extLst>
              <a:ext uri="{FF2B5EF4-FFF2-40B4-BE49-F238E27FC236}">
                <a16:creationId xmlns:a16="http://schemas.microsoft.com/office/drawing/2014/main" id="{22B371DF-F518-F697-9772-6EBB56F5E673}"/>
              </a:ext>
            </a:extLst>
          </p:cNvPr>
          <p:cNvSpPr txBox="1"/>
          <p:nvPr/>
        </p:nvSpPr>
        <p:spPr>
          <a:xfrm>
            <a:off x="5202161" y="5780132"/>
            <a:ext cx="6999515" cy="861774"/>
          </a:xfrm>
          <a:prstGeom prst="rect">
            <a:avLst/>
          </a:prstGeom>
          <a:noFill/>
        </p:spPr>
        <p:txBody>
          <a:bodyPr wrap="square" rtlCol="0">
            <a:spAutoFit/>
          </a:bodyPr>
          <a:lstStyle/>
          <a:p>
            <a:r>
              <a:rPr lang="en-US" b="1" dirty="0">
                <a:solidFill>
                  <a:srgbClr val="132449"/>
                </a:solidFill>
                <a:effectLst>
                  <a:outerShdw blurRad="38100" dist="38100" dir="2700000" algn="tl">
                    <a:srgbClr val="000000">
                      <a:alpha val="43137"/>
                    </a:srgbClr>
                  </a:outerShdw>
                </a:effectLst>
                <a:latin typeface="Segoe UI Variable Display Semil" pitchFamily="2" charset="0"/>
              </a:rPr>
              <a:t>The Data Confirms Structural System Differences</a:t>
            </a:r>
          </a:p>
          <a:p>
            <a:r>
              <a:rPr lang="en-US" sz="1600" dirty="0">
                <a:effectLst>
                  <a:outerShdw blurRad="38100" dist="38100" dir="2700000" algn="tl">
                    <a:srgbClr val="000000">
                      <a:alpha val="43137"/>
                    </a:srgbClr>
                  </a:outerShdw>
                </a:effectLst>
                <a:latin typeface="Segoe UI Variable Display Semil" pitchFamily="2" charset="0"/>
              </a:rPr>
              <a:t>This pattern reflects structural differences in: Insurance design, Cost-sharing policies, Public vs private financing balance</a:t>
            </a:r>
            <a:endParaRPr lang="en-US" b="1" dirty="0">
              <a:solidFill>
                <a:srgbClr val="6085D6"/>
              </a:solidFill>
              <a:effectLst>
                <a:outerShdw blurRad="38100" dist="38100" dir="2700000" algn="tl">
                  <a:srgbClr val="000000">
                    <a:alpha val="43137"/>
                  </a:srgbClr>
                </a:outerShdw>
              </a:effectLst>
              <a:latin typeface="Segoe UI Variable Display Semil" pitchFamily="2" charset="0"/>
            </a:endParaRPr>
          </a:p>
        </p:txBody>
      </p:sp>
      <p:sp>
        <p:nvSpPr>
          <p:cNvPr id="31" name="TextBox 30">
            <a:extLst>
              <a:ext uri="{FF2B5EF4-FFF2-40B4-BE49-F238E27FC236}">
                <a16:creationId xmlns:a16="http://schemas.microsoft.com/office/drawing/2014/main" id="{8C29FDB6-8297-F1F8-8E19-DD797F108E1B}"/>
              </a:ext>
            </a:extLst>
          </p:cNvPr>
          <p:cNvSpPr txBox="1"/>
          <p:nvPr/>
        </p:nvSpPr>
        <p:spPr>
          <a:xfrm>
            <a:off x="-10887" y="3873131"/>
            <a:ext cx="3766457" cy="800219"/>
          </a:xfrm>
          <a:prstGeom prst="rect">
            <a:avLst/>
          </a:prstGeom>
          <a:noFill/>
        </p:spPr>
        <p:txBody>
          <a:bodyPr wrap="square" rtlCol="0">
            <a:spAutoFit/>
          </a:bodyPr>
          <a:lstStyle/>
          <a:p>
            <a:pPr algn="ctr"/>
            <a:r>
              <a:rPr lang="en-US" sz="1400" dirty="0">
                <a:solidFill>
                  <a:schemeClr val="bg1"/>
                </a:solidFill>
                <a:latin typeface="Segoe UI Variable Display Semil" pitchFamily="2" charset="0"/>
              </a:rPr>
              <a:t>The ranking order across years likely looks like:</a:t>
            </a:r>
          </a:p>
          <a:p>
            <a:pPr algn="ctr"/>
            <a:r>
              <a:rPr lang="en-US" sz="1400" dirty="0">
                <a:solidFill>
                  <a:schemeClr val="bg1"/>
                </a:solidFill>
                <a:latin typeface="Segoe UI Variable Display Semil" pitchFamily="2" charset="0"/>
              </a:rPr>
              <a:t>USA &gt; China ≈ Canada &gt; UK ≈ Japan</a:t>
            </a:r>
          </a:p>
          <a:p>
            <a:endParaRPr lang="en-US" dirty="0"/>
          </a:p>
        </p:txBody>
      </p:sp>
    </p:spTree>
    <p:extLst>
      <p:ext uri="{BB962C8B-B14F-4D97-AF65-F5344CB8AC3E}">
        <p14:creationId xmlns:p14="http://schemas.microsoft.com/office/powerpoint/2010/main" val="12444001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16101</TotalTime>
  <Words>2306</Words>
  <Application>Microsoft Office PowerPoint</Application>
  <PresentationFormat>Widescreen</PresentationFormat>
  <Paragraphs>271</Paragraphs>
  <Slides>13</Slides>
  <Notes>12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13</vt:i4>
      </vt:variant>
    </vt:vector>
  </HeadingPairs>
  <TitlesOfParts>
    <vt:vector size="25" baseType="lpstr">
      <vt:lpstr>Aptos</vt:lpstr>
      <vt:lpstr>Arial</vt:lpstr>
      <vt:lpstr>Calibri</vt:lpstr>
      <vt:lpstr>Calibri Light</vt:lpstr>
      <vt:lpstr>Elephant</vt:lpstr>
      <vt:lpstr>Segoe UI Black</vt:lpstr>
      <vt:lpstr>Segoe UI Semilight</vt:lpstr>
      <vt:lpstr>Segoe UI Variable Display</vt:lpstr>
      <vt:lpstr>Segoe UI Variable Display Semib</vt:lpstr>
      <vt:lpstr>Segoe UI Variable Display Semil</vt:lpstr>
      <vt:lpstr>Segoe UI Variable Text Semiligh</vt:lpstr>
      <vt:lpstr>Office Theme</vt:lpstr>
      <vt:lpstr>PowerPoint Presentation</vt:lpstr>
      <vt:lpstr>PowerPoint Presentation</vt:lpstr>
      <vt:lpstr>TEAM &amp; CONTRIBUTIONS</vt:lpstr>
      <vt:lpstr>INTRODUCTION &amp; PURPOSE of DATASET</vt:lpstr>
      <vt:lpstr>DATA SOURCES</vt:lpstr>
      <vt:lpstr>DATA ACQUISITION APPROACH</vt:lpstr>
      <vt:lpstr>DATA PREPROCESSING APPROACH</vt:lpstr>
      <vt:lpstr>PowerPoint Presentation</vt:lpstr>
      <vt:lpstr>DISTRIBUTION APPROACH</vt:lpstr>
      <vt:lpstr>DISCUSSION OF  ACCESS RIGHTS</vt:lpstr>
      <vt:lpstr>ISSUES &amp; LIMITATIONS</vt:lpstr>
      <vt:lpstr>POTENTIAL USERS &amp; APPLICATIONS</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MacLellan,Christopher</dc:creator>
  <cp:lastModifiedBy>Thanh Huynh</cp:lastModifiedBy>
  <cp:revision>3</cp:revision>
  <dcterms:created xsi:type="dcterms:W3CDTF">2020-11-27T17:46:31Z</dcterms:created>
  <dcterms:modified xsi:type="dcterms:W3CDTF">2026-02-28T18:30:03Z</dcterms:modified>
</cp:coreProperties>
</file>